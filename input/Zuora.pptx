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4236" y="500379"/>
            <a:ext cx="7720330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67120"/>
            <a:ext cx="12181840" cy="3454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20285" y="2566670"/>
            <a:ext cx="3151428" cy="1038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jpg"/><Relationship Id="rId12" Type="http://schemas.openxmlformats.org/officeDocument/2006/relationships/image" Target="../media/image14.png"/><Relationship Id="rId13" Type="http://schemas.openxmlformats.org/officeDocument/2006/relationships/image" Target="../media/image15.jpg"/><Relationship Id="rId14" Type="http://schemas.openxmlformats.org/officeDocument/2006/relationships/image" Target="../media/image16.png"/><Relationship Id="rId15" Type="http://schemas.openxmlformats.org/officeDocument/2006/relationships/image" Target="../media/image17.jpg"/><Relationship Id="rId16" Type="http://schemas.openxmlformats.org/officeDocument/2006/relationships/image" Target="../media/image18.jp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jpg"/><Relationship Id="rId21" Type="http://schemas.openxmlformats.org/officeDocument/2006/relationships/image" Target="../media/image23.png"/><Relationship Id="rId22" Type="http://schemas.openxmlformats.org/officeDocument/2006/relationships/image" Target="../media/image24.jpg"/><Relationship Id="rId23" Type="http://schemas.openxmlformats.org/officeDocument/2006/relationships/image" Target="../media/image2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jpg"/><Relationship Id="rId16" Type="http://schemas.openxmlformats.org/officeDocument/2006/relationships/image" Target="../media/image42.png"/><Relationship Id="rId17" Type="http://schemas.openxmlformats.org/officeDocument/2006/relationships/image" Target="../media/image43.jpg"/><Relationship Id="rId18" Type="http://schemas.openxmlformats.org/officeDocument/2006/relationships/image" Target="../media/image44.png"/><Relationship Id="rId19" Type="http://schemas.openxmlformats.org/officeDocument/2006/relationships/image" Target="../media/image45.jpg"/><Relationship Id="rId20" Type="http://schemas.openxmlformats.org/officeDocument/2006/relationships/image" Target="../media/image46.jpg"/><Relationship Id="rId21" Type="http://schemas.openxmlformats.org/officeDocument/2006/relationships/image" Target="../media/image47.jpg"/><Relationship Id="rId22" Type="http://schemas.openxmlformats.org/officeDocument/2006/relationships/image" Target="../media/image48.jpg"/><Relationship Id="rId23" Type="http://schemas.openxmlformats.org/officeDocument/2006/relationships/image" Target="../media/image49.jpg"/><Relationship Id="rId24" Type="http://schemas.openxmlformats.org/officeDocument/2006/relationships/image" Target="../media/image50.jpg"/><Relationship Id="rId25" Type="http://schemas.openxmlformats.org/officeDocument/2006/relationships/image" Target="../media/image51.jpg"/><Relationship Id="rId26" Type="http://schemas.openxmlformats.org/officeDocument/2006/relationships/image" Target="../media/image52.jpg"/><Relationship Id="rId27" Type="http://schemas.openxmlformats.org/officeDocument/2006/relationships/image" Target="../media/image5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jp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jpg"/><Relationship Id="rId14" Type="http://schemas.openxmlformats.org/officeDocument/2006/relationships/image" Target="../media/image68.jpg"/><Relationship Id="rId15" Type="http://schemas.openxmlformats.org/officeDocument/2006/relationships/image" Target="../media/image69.jp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image" Target="../media/image73.png"/><Relationship Id="rId20" Type="http://schemas.openxmlformats.org/officeDocument/2006/relationships/image" Target="../media/image74.png"/><Relationship Id="rId21" Type="http://schemas.openxmlformats.org/officeDocument/2006/relationships/image" Target="../media/image75.png"/><Relationship Id="rId22" Type="http://schemas.openxmlformats.org/officeDocument/2006/relationships/image" Target="../media/image76.png"/><Relationship Id="rId23" Type="http://schemas.openxmlformats.org/officeDocument/2006/relationships/image" Target="../media/image77.png"/><Relationship Id="rId24" Type="http://schemas.openxmlformats.org/officeDocument/2006/relationships/image" Target="../media/image78.png"/><Relationship Id="rId25" Type="http://schemas.openxmlformats.org/officeDocument/2006/relationships/image" Target="../media/image7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jp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jp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jpg"/><Relationship Id="rId8" Type="http://schemas.openxmlformats.org/officeDocument/2006/relationships/image" Target="../media/image94.png"/><Relationship Id="rId9" Type="http://schemas.openxmlformats.org/officeDocument/2006/relationships/image" Target="../media/image95.jp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jpg"/><Relationship Id="rId14" Type="http://schemas.openxmlformats.org/officeDocument/2006/relationships/image" Target="../media/image100.png"/><Relationship Id="rId15" Type="http://schemas.openxmlformats.org/officeDocument/2006/relationships/image" Target="../media/image101.jpg"/><Relationship Id="rId16" Type="http://schemas.openxmlformats.org/officeDocument/2006/relationships/image" Target="../media/image102.png"/><Relationship Id="rId17" Type="http://schemas.openxmlformats.org/officeDocument/2006/relationships/image" Target="../media/image103.jpg"/><Relationship Id="rId18" Type="http://schemas.openxmlformats.org/officeDocument/2006/relationships/image" Target="../media/image104.png"/><Relationship Id="rId19" Type="http://schemas.openxmlformats.org/officeDocument/2006/relationships/image" Target="../media/image105.jpg"/><Relationship Id="rId20" Type="http://schemas.openxmlformats.org/officeDocument/2006/relationships/image" Target="../media/image106.png"/><Relationship Id="rId21" Type="http://schemas.openxmlformats.org/officeDocument/2006/relationships/image" Target="../media/image107.jpg"/><Relationship Id="rId22" Type="http://schemas.openxmlformats.org/officeDocument/2006/relationships/image" Target="../media/image10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2.png"/><Relationship Id="rId3" Type="http://schemas.openxmlformats.org/officeDocument/2006/relationships/image" Target="../media/image113.jpg"/><Relationship Id="rId4" Type="http://schemas.openxmlformats.org/officeDocument/2006/relationships/image" Target="../media/image114.jp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jpg"/><Relationship Id="rId9" Type="http://schemas.openxmlformats.org/officeDocument/2006/relationships/image" Target="../media/image11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0.png"/><Relationship Id="rId3" Type="http://schemas.openxmlformats.org/officeDocument/2006/relationships/image" Target="../media/image121.jpg"/><Relationship Id="rId4" Type="http://schemas.openxmlformats.org/officeDocument/2006/relationships/image" Target="../media/image122.jpg"/><Relationship Id="rId5" Type="http://schemas.openxmlformats.org/officeDocument/2006/relationships/image" Target="../media/image123.png"/><Relationship Id="rId6" Type="http://schemas.openxmlformats.org/officeDocument/2006/relationships/image" Target="../media/image124.jpg"/><Relationship Id="rId7" Type="http://schemas.openxmlformats.org/officeDocument/2006/relationships/image" Target="../media/image125.jp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jpg"/><Relationship Id="rId12" Type="http://schemas.openxmlformats.org/officeDocument/2006/relationships/image" Target="../media/image130.png"/><Relationship Id="rId13" Type="http://schemas.openxmlformats.org/officeDocument/2006/relationships/image" Target="../media/image131.jpg"/><Relationship Id="rId14" Type="http://schemas.openxmlformats.org/officeDocument/2006/relationships/image" Target="../media/image132.png"/><Relationship Id="rId15" Type="http://schemas.openxmlformats.org/officeDocument/2006/relationships/image" Target="../media/image133.jpg"/><Relationship Id="rId16" Type="http://schemas.openxmlformats.org/officeDocument/2006/relationships/image" Target="../media/image13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jpg"/><Relationship Id="rId4" Type="http://schemas.openxmlformats.org/officeDocument/2006/relationships/image" Target="../media/image137.jpg"/><Relationship Id="rId5" Type="http://schemas.openxmlformats.org/officeDocument/2006/relationships/image" Target="../media/image138.jpg"/><Relationship Id="rId6" Type="http://schemas.openxmlformats.org/officeDocument/2006/relationships/image" Target="../media/image139.jpg"/><Relationship Id="rId7" Type="http://schemas.openxmlformats.org/officeDocument/2006/relationships/image" Target="../media/image140.jpg"/><Relationship Id="rId8" Type="http://schemas.openxmlformats.org/officeDocument/2006/relationships/image" Target="../media/image141.png"/><Relationship Id="rId9" Type="http://schemas.openxmlformats.org/officeDocument/2006/relationships/image" Target="../media/image142.png"/><Relationship Id="rId10" Type="http://schemas.openxmlformats.org/officeDocument/2006/relationships/image" Target="../media/image143.png"/><Relationship Id="rId11" Type="http://schemas.openxmlformats.org/officeDocument/2006/relationships/image" Target="../media/image144.png"/><Relationship Id="rId12" Type="http://schemas.openxmlformats.org/officeDocument/2006/relationships/image" Target="../media/image145.png"/><Relationship Id="rId13" Type="http://schemas.openxmlformats.org/officeDocument/2006/relationships/image" Target="../media/image146.jpg"/><Relationship Id="rId14" Type="http://schemas.openxmlformats.org/officeDocument/2006/relationships/image" Target="../media/image147.jpg"/><Relationship Id="rId15" Type="http://schemas.openxmlformats.org/officeDocument/2006/relationships/image" Target="../media/image148.jpg"/><Relationship Id="rId16" Type="http://schemas.openxmlformats.org/officeDocument/2006/relationships/image" Target="../media/image149.jpg"/><Relationship Id="rId17" Type="http://schemas.openxmlformats.org/officeDocument/2006/relationships/image" Target="../media/image150.png"/><Relationship Id="rId18" Type="http://schemas.openxmlformats.org/officeDocument/2006/relationships/image" Target="../media/image151.png"/><Relationship Id="rId19" Type="http://schemas.openxmlformats.org/officeDocument/2006/relationships/image" Target="../media/image152.png"/><Relationship Id="rId20" Type="http://schemas.openxmlformats.org/officeDocument/2006/relationships/image" Target="../media/image153.png"/><Relationship Id="rId21" Type="http://schemas.openxmlformats.org/officeDocument/2006/relationships/image" Target="../media/image154.png"/><Relationship Id="rId22" Type="http://schemas.openxmlformats.org/officeDocument/2006/relationships/image" Target="../media/image155.png"/><Relationship Id="rId23" Type="http://schemas.openxmlformats.org/officeDocument/2006/relationships/image" Target="../media/image156.jpg"/><Relationship Id="rId24" Type="http://schemas.openxmlformats.org/officeDocument/2006/relationships/image" Target="../media/image157.png"/><Relationship Id="rId25" Type="http://schemas.openxmlformats.org/officeDocument/2006/relationships/image" Target="../media/image158.jpg"/><Relationship Id="rId26" Type="http://schemas.openxmlformats.org/officeDocument/2006/relationships/image" Target="../media/image159.png"/><Relationship Id="rId27" Type="http://schemas.openxmlformats.org/officeDocument/2006/relationships/image" Target="../media/image160.jpg"/><Relationship Id="rId28" Type="http://schemas.openxmlformats.org/officeDocument/2006/relationships/image" Target="../media/image161.png"/><Relationship Id="rId29" Type="http://schemas.openxmlformats.org/officeDocument/2006/relationships/image" Target="../media/image162.jpg"/><Relationship Id="rId30" Type="http://schemas.openxmlformats.org/officeDocument/2006/relationships/image" Target="../media/image163.png"/><Relationship Id="rId31" Type="http://schemas.openxmlformats.org/officeDocument/2006/relationships/image" Target="../media/image164.png"/><Relationship Id="rId32" Type="http://schemas.openxmlformats.org/officeDocument/2006/relationships/image" Target="../media/image165.png"/><Relationship Id="rId33" Type="http://schemas.openxmlformats.org/officeDocument/2006/relationships/image" Target="../media/image166.jpg"/><Relationship Id="rId34" Type="http://schemas.openxmlformats.org/officeDocument/2006/relationships/image" Target="../media/image167.png"/><Relationship Id="rId35" Type="http://schemas.openxmlformats.org/officeDocument/2006/relationships/image" Target="../media/image168.jpg"/><Relationship Id="rId36" Type="http://schemas.openxmlformats.org/officeDocument/2006/relationships/image" Target="../media/image169.jpg"/><Relationship Id="rId37" Type="http://schemas.openxmlformats.org/officeDocument/2006/relationships/image" Target="../media/image170.jpg"/><Relationship Id="rId38" Type="http://schemas.openxmlformats.org/officeDocument/2006/relationships/image" Target="../media/image171.jpg"/><Relationship Id="rId39" Type="http://schemas.openxmlformats.org/officeDocument/2006/relationships/image" Target="../media/image17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jpg"/><Relationship Id="rId3" Type="http://schemas.openxmlformats.org/officeDocument/2006/relationships/image" Target="../media/image174.jpg"/><Relationship Id="rId4" Type="http://schemas.openxmlformats.org/officeDocument/2006/relationships/image" Target="../media/image175.png"/><Relationship Id="rId5" Type="http://schemas.openxmlformats.org/officeDocument/2006/relationships/image" Target="../media/image176.jpg"/><Relationship Id="rId6" Type="http://schemas.openxmlformats.org/officeDocument/2006/relationships/image" Target="../media/image177.png"/><Relationship Id="rId7" Type="http://schemas.openxmlformats.org/officeDocument/2006/relationships/image" Target="../media/image178.png"/><Relationship Id="rId8" Type="http://schemas.openxmlformats.org/officeDocument/2006/relationships/image" Target="../media/image179.png"/><Relationship Id="rId9" Type="http://schemas.openxmlformats.org/officeDocument/2006/relationships/image" Target="../media/image180.png"/><Relationship Id="rId10" Type="http://schemas.openxmlformats.org/officeDocument/2006/relationships/image" Target="../media/image181.png"/><Relationship Id="rId11" Type="http://schemas.openxmlformats.org/officeDocument/2006/relationships/image" Target="../media/image182.png"/><Relationship Id="rId12" Type="http://schemas.openxmlformats.org/officeDocument/2006/relationships/image" Target="../media/image183.png"/><Relationship Id="rId13" Type="http://schemas.openxmlformats.org/officeDocument/2006/relationships/image" Target="../media/image184.png"/><Relationship Id="rId14" Type="http://schemas.openxmlformats.org/officeDocument/2006/relationships/image" Target="../media/image185.jpg"/><Relationship Id="rId15" Type="http://schemas.openxmlformats.org/officeDocument/2006/relationships/image" Target="../media/image186.png"/><Relationship Id="rId16" Type="http://schemas.openxmlformats.org/officeDocument/2006/relationships/image" Target="../media/image187.jpg"/><Relationship Id="rId17" Type="http://schemas.openxmlformats.org/officeDocument/2006/relationships/image" Target="../media/image188.jpg"/><Relationship Id="rId18" Type="http://schemas.openxmlformats.org/officeDocument/2006/relationships/image" Target="../media/image189.jpg"/><Relationship Id="rId19" Type="http://schemas.openxmlformats.org/officeDocument/2006/relationships/image" Target="../media/image190.png"/><Relationship Id="rId20" Type="http://schemas.openxmlformats.org/officeDocument/2006/relationships/image" Target="../media/image191.jpg"/><Relationship Id="rId21" Type="http://schemas.openxmlformats.org/officeDocument/2006/relationships/image" Target="../media/image192.jpg"/><Relationship Id="rId22" Type="http://schemas.openxmlformats.org/officeDocument/2006/relationships/image" Target="../media/image193.jpg"/><Relationship Id="rId23" Type="http://schemas.openxmlformats.org/officeDocument/2006/relationships/image" Target="../media/image19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5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jp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4.png"/><Relationship Id="rId3" Type="http://schemas.openxmlformats.org/officeDocument/2006/relationships/image" Target="../media/image205.jpg"/><Relationship Id="rId4" Type="http://schemas.openxmlformats.org/officeDocument/2006/relationships/image" Target="../media/image206.jpg"/><Relationship Id="rId5" Type="http://schemas.openxmlformats.org/officeDocument/2006/relationships/image" Target="../media/image207.jpg"/><Relationship Id="rId6" Type="http://schemas.openxmlformats.org/officeDocument/2006/relationships/image" Target="../media/image208.png"/><Relationship Id="rId7" Type="http://schemas.openxmlformats.org/officeDocument/2006/relationships/image" Target="../media/image209.png"/><Relationship Id="rId8" Type="http://schemas.openxmlformats.org/officeDocument/2006/relationships/image" Target="../media/image210.png"/><Relationship Id="rId9" Type="http://schemas.openxmlformats.org/officeDocument/2006/relationships/image" Target="../media/image211.png"/><Relationship Id="rId10" Type="http://schemas.openxmlformats.org/officeDocument/2006/relationships/image" Target="../media/image212.png"/><Relationship Id="rId11" Type="http://schemas.openxmlformats.org/officeDocument/2006/relationships/image" Target="../media/image213.png"/><Relationship Id="rId12" Type="http://schemas.openxmlformats.org/officeDocument/2006/relationships/image" Target="../media/image214.png"/><Relationship Id="rId13" Type="http://schemas.openxmlformats.org/officeDocument/2006/relationships/image" Target="../media/image215.jpg"/><Relationship Id="rId14" Type="http://schemas.openxmlformats.org/officeDocument/2006/relationships/image" Target="../media/image216.png"/><Relationship Id="rId15" Type="http://schemas.openxmlformats.org/officeDocument/2006/relationships/image" Target="../media/image217.png"/><Relationship Id="rId16" Type="http://schemas.openxmlformats.org/officeDocument/2006/relationships/image" Target="../media/image218.png"/><Relationship Id="rId17" Type="http://schemas.openxmlformats.org/officeDocument/2006/relationships/image" Target="../media/image219.png"/><Relationship Id="rId18" Type="http://schemas.openxmlformats.org/officeDocument/2006/relationships/image" Target="../media/image220.png"/><Relationship Id="rId19" Type="http://schemas.openxmlformats.org/officeDocument/2006/relationships/image" Target="../media/image221.jpg"/><Relationship Id="rId20" Type="http://schemas.openxmlformats.org/officeDocument/2006/relationships/image" Target="../media/image222.jpg"/><Relationship Id="rId21" Type="http://schemas.openxmlformats.org/officeDocument/2006/relationships/image" Target="../media/image223.png"/><Relationship Id="rId22" Type="http://schemas.openxmlformats.org/officeDocument/2006/relationships/image" Target="../media/image224.png"/><Relationship Id="rId23" Type="http://schemas.openxmlformats.org/officeDocument/2006/relationships/image" Target="../media/image22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2" y="6221479"/>
            <a:ext cx="12181737" cy="36959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688808" y="2761679"/>
            <a:ext cx="7204709" cy="513715"/>
          </a:xfrm>
          <a:custGeom>
            <a:avLst/>
            <a:gdLst/>
            <a:ahLst/>
            <a:cxnLst/>
            <a:rect l="l" t="t" r="r" b="b"/>
            <a:pathLst>
              <a:path w="7204709" h="513714">
                <a:moveTo>
                  <a:pt x="7204366" y="513323"/>
                </a:moveTo>
                <a:lnTo>
                  <a:pt x="0" y="513323"/>
                </a:lnTo>
                <a:lnTo>
                  <a:pt x="0" y="0"/>
                </a:lnTo>
                <a:lnTo>
                  <a:pt x="7204366" y="0"/>
                </a:lnTo>
                <a:lnTo>
                  <a:pt x="7204366" y="513323"/>
                </a:lnTo>
                <a:close/>
              </a:path>
            </a:pathLst>
          </a:custGeom>
          <a:solidFill>
            <a:srgbClr val="977B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80646" y="2460377"/>
            <a:ext cx="7169784" cy="9632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50">
                <a:latin typeface="Calibri"/>
                <a:cs typeface="Calibri"/>
              </a:rPr>
              <a:t>TURNING</a:t>
            </a:r>
            <a:r>
              <a:rPr dirty="0" sz="6150" spc="-265">
                <a:latin typeface="Calibri"/>
                <a:cs typeface="Calibri"/>
              </a:rPr>
              <a:t> </a:t>
            </a:r>
            <a:r>
              <a:rPr dirty="0" sz="6150" spc="-10">
                <a:latin typeface="Calibri"/>
                <a:cs typeface="Calibri"/>
              </a:rPr>
              <a:t>CUSTOMERS</a:t>
            </a:r>
            <a:endParaRPr sz="61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253252" y="3572731"/>
            <a:ext cx="6127115" cy="513715"/>
          </a:xfrm>
          <a:custGeom>
            <a:avLst/>
            <a:gdLst/>
            <a:ahLst/>
            <a:cxnLst/>
            <a:rect l="l" t="t" r="r" b="b"/>
            <a:pathLst>
              <a:path w="6127115" h="513714">
                <a:moveTo>
                  <a:pt x="6126790" y="513323"/>
                </a:moveTo>
                <a:lnTo>
                  <a:pt x="0" y="513323"/>
                </a:lnTo>
                <a:lnTo>
                  <a:pt x="0" y="0"/>
                </a:lnTo>
                <a:lnTo>
                  <a:pt x="6126790" y="0"/>
                </a:lnTo>
                <a:lnTo>
                  <a:pt x="6126790" y="513323"/>
                </a:lnTo>
                <a:close/>
              </a:path>
            </a:pathLst>
          </a:custGeom>
          <a:solidFill>
            <a:srgbClr val="8C72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196435" y="3282836"/>
            <a:ext cx="6138545" cy="949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5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605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050" spc="75">
                <a:solidFill>
                  <a:srgbClr val="FFFFFF"/>
                </a:solidFill>
                <a:latin typeface="Calibri"/>
                <a:cs typeface="Calibri"/>
              </a:rPr>
              <a:t>SUBSCRIBERS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262" y="5831353"/>
            <a:ext cx="12171680" cy="297815"/>
          </a:xfrm>
          <a:custGeom>
            <a:avLst/>
            <a:gdLst/>
            <a:ahLst/>
            <a:cxnLst/>
            <a:rect l="l" t="t" r="r" b="b"/>
            <a:pathLst>
              <a:path w="12171680" h="297814">
                <a:moveTo>
                  <a:pt x="12171480" y="297727"/>
                </a:moveTo>
                <a:lnTo>
                  <a:pt x="0" y="297727"/>
                </a:lnTo>
                <a:lnTo>
                  <a:pt x="0" y="0"/>
                </a:lnTo>
                <a:lnTo>
                  <a:pt x="12171480" y="0"/>
                </a:lnTo>
                <a:lnTo>
                  <a:pt x="12171480" y="297727"/>
                </a:lnTo>
                <a:close/>
              </a:path>
            </a:pathLst>
          </a:custGeom>
          <a:solidFill>
            <a:srgbClr val="7775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644" y="5735380"/>
            <a:ext cx="1503680" cy="4705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 spc="-80">
                <a:solidFill>
                  <a:srgbClr val="FFFFFF"/>
                </a:solidFill>
                <a:latin typeface="Arial"/>
                <a:cs typeface="Arial"/>
              </a:rPr>
              <a:t>Tien</a:t>
            </a:r>
            <a:r>
              <a:rPr dirty="0" sz="29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200">
                <a:solidFill>
                  <a:srgbClr val="FFFFFF"/>
                </a:solidFill>
                <a:latin typeface="Arial"/>
                <a:cs typeface="Arial"/>
              </a:rPr>
              <a:t>Tzuo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56960"/>
            <a:ext cx="12181840" cy="355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251200" y="2296160"/>
            <a:ext cx="5831840" cy="508000"/>
          </a:xfrm>
          <a:custGeom>
            <a:avLst/>
            <a:gdLst/>
            <a:ahLst/>
            <a:cxnLst/>
            <a:rect l="l" t="t" r="r" b="b"/>
            <a:pathLst>
              <a:path w="5831840" h="508000">
                <a:moveTo>
                  <a:pt x="5831840" y="508000"/>
                </a:moveTo>
                <a:lnTo>
                  <a:pt x="0" y="508000"/>
                </a:lnTo>
                <a:lnTo>
                  <a:pt x="0" y="0"/>
                </a:lnTo>
                <a:lnTo>
                  <a:pt x="5831840" y="0"/>
                </a:lnTo>
                <a:lnTo>
                  <a:pt x="5831840" y="508000"/>
                </a:lnTo>
                <a:close/>
              </a:path>
            </a:pathLst>
          </a:custGeom>
          <a:solidFill>
            <a:srgbClr val="AC80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39820" y="2034540"/>
            <a:ext cx="584327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800" spc="-844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58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800" spc="-480">
                <a:solidFill>
                  <a:srgbClr val="FFFFFF"/>
                </a:solidFill>
                <a:latin typeface="Arial"/>
                <a:cs typeface="Arial"/>
              </a:rPr>
              <a:t>NOW</a:t>
            </a:r>
            <a:r>
              <a:rPr dirty="0" sz="5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800" spc="-475">
                <a:solidFill>
                  <a:srgbClr val="FFFFFF"/>
                </a:solidFill>
                <a:latin typeface="Arial"/>
                <a:cs typeface="Arial"/>
              </a:rPr>
              <a:t>LIVE</a:t>
            </a:r>
            <a:r>
              <a:rPr dirty="0" sz="5800" spc="-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5800" spc="-3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800" spc="-595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58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910079" y="3119120"/>
            <a:ext cx="8382000" cy="487680"/>
          </a:xfrm>
          <a:custGeom>
            <a:avLst/>
            <a:gdLst/>
            <a:ahLst/>
            <a:cxnLst/>
            <a:rect l="l" t="t" r="r" b="b"/>
            <a:pathLst>
              <a:path w="8382000" h="487679">
                <a:moveTo>
                  <a:pt x="8382000" y="487680"/>
                </a:moveTo>
                <a:lnTo>
                  <a:pt x="0" y="487680"/>
                </a:lnTo>
                <a:lnTo>
                  <a:pt x="0" y="0"/>
                </a:lnTo>
                <a:lnTo>
                  <a:pt x="8382000" y="0"/>
                </a:lnTo>
                <a:lnTo>
                  <a:pt x="8382000" y="487680"/>
                </a:lnTo>
                <a:close/>
              </a:path>
            </a:pathLst>
          </a:custGeom>
          <a:solidFill>
            <a:srgbClr val="A88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880459" y="2813050"/>
            <a:ext cx="8372475" cy="962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50">
                <a:solidFill>
                  <a:srgbClr val="FFFFFF"/>
                </a:solidFill>
                <a:latin typeface="Calibri"/>
                <a:cs typeface="Calibri"/>
              </a:rPr>
              <a:t>SUBSCRIPTION</a:t>
            </a:r>
            <a:r>
              <a:rPr dirty="0" sz="615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150" spc="-10">
                <a:solidFill>
                  <a:srgbClr val="FFFFFF"/>
                </a:solidFill>
                <a:latin typeface="Calibri"/>
                <a:cs typeface="Calibri"/>
              </a:rPr>
              <a:t>ECONOMY</a:t>
            </a:r>
            <a:endParaRPr sz="61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160" y="4114800"/>
            <a:ext cx="12171680" cy="416559"/>
          </a:xfrm>
          <a:custGeom>
            <a:avLst/>
            <a:gdLst/>
            <a:ahLst/>
            <a:cxnLst/>
            <a:rect l="l" t="t" r="r" b="b"/>
            <a:pathLst>
              <a:path w="12171680" h="416560">
                <a:moveTo>
                  <a:pt x="12171680" y="416559"/>
                </a:moveTo>
                <a:lnTo>
                  <a:pt x="0" y="416559"/>
                </a:lnTo>
                <a:lnTo>
                  <a:pt x="0" y="0"/>
                </a:lnTo>
                <a:lnTo>
                  <a:pt x="12171680" y="0"/>
                </a:lnTo>
                <a:lnTo>
                  <a:pt x="12171680" y="416559"/>
                </a:lnTo>
                <a:close/>
              </a:path>
            </a:pathLst>
          </a:custGeom>
          <a:solidFill>
            <a:srgbClr val="9A8E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964334" y="4037329"/>
            <a:ext cx="224853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>
                <a:solidFill>
                  <a:srgbClr val="FFFFFF"/>
                </a:solidFill>
                <a:latin typeface="Arial"/>
                <a:cs typeface="Arial"/>
              </a:rPr>
              <a:t>dshiftha</a:t>
            </a:r>
            <a:r>
              <a:rPr dirty="0" sz="275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50" spc="-40">
                <a:solidFill>
                  <a:srgbClr val="FFFFFF"/>
                </a:solidFill>
                <a:latin typeface="Arial"/>
                <a:cs typeface="Arial"/>
              </a:rPr>
              <a:t>ppens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56960"/>
            <a:ext cx="12181840" cy="35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1838960"/>
            <a:ext cx="12181840" cy="68071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7519" y="0"/>
            <a:ext cx="1666239" cy="13207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0160" y="0"/>
            <a:ext cx="12181840" cy="152400"/>
            <a:chOff x="10160" y="0"/>
            <a:chExt cx="12181840" cy="15240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42000" y="0"/>
              <a:ext cx="1666240" cy="1524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60" y="0"/>
              <a:ext cx="12181840" cy="15240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0160" y="243840"/>
            <a:ext cx="12181840" cy="40640"/>
            <a:chOff x="10160" y="243840"/>
            <a:chExt cx="12181840" cy="4064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0" y="243840"/>
              <a:ext cx="12181840" cy="4064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60" y="243840"/>
              <a:ext cx="12181840" cy="4064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1673840" y="680719"/>
            <a:ext cx="518159" cy="223520"/>
            <a:chOff x="11673840" y="680719"/>
            <a:chExt cx="518159" cy="223520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95760" y="680719"/>
              <a:ext cx="396240" cy="8127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73840" y="802639"/>
              <a:ext cx="518159" cy="10160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0160" y="294640"/>
            <a:ext cx="12181840" cy="650240"/>
            <a:chOff x="10160" y="294640"/>
            <a:chExt cx="12181840" cy="650240"/>
          </a:xfrm>
        </p:grpSpPr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63919" y="294640"/>
              <a:ext cx="1666239" cy="58928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0" y="294640"/>
              <a:ext cx="12181840" cy="650240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10160" y="995680"/>
            <a:ext cx="12181840" cy="172720"/>
            <a:chOff x="10160" y="995680"/>
            <a:chExt cx="12181840" cy="172720"/>
          </a:xfrm>
        </p:grpSpPr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60" y="995680"/>
              <a:ext cx="12181840" cy="17272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60" y="995680"/>
              <a:ext cx="12181840" cy="172720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328400" y="1239519"/>
            <a:ext cx="863600" cy="20320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10160" y="1188719"/>
            <a:ext cx="12181840" cy="335280"/>
            <a:chOff x="10160" y="1188719"/>
            <a:chExt cx="12181840" cy="335280"/>
          </a:xfrm>
        </p:grpSpPr>
        <p:pic>
          <p:nvPicPr>
            <p:cNvPr id="22" name="object 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62800" y="1280159"/>
              <a:ext cx="1666240" cy="8127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62800" y="1402079"/>
              <a:ext cx="1666240" cy="6096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0" y="1188719"/>
              <a:ext cx="12181840" cy="33527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60" y="1483359"/>
              <a:ext cx="12181840" cy="40639"/>
            </a:xfrm>
            <a:prstGeom prst="rect">
              <a:avLst/>
            </a:prstGeom>
          </p:spPr>
        </p:pic>
      </p:grpSp>
      <p:sp>
        <p:nvSpPr>
          <p:cNvPr id="26" name="object 26" descr=""/>
          <p:cNvSpPr/>
          <p:nvPr/>
        </p:nvSpPr>
        <p:spPr>
          <a:xfrm>
            <a:off x="1971039" y="1930400"/>
            <a:ext cx="6045200" cy="508000"/>
          </a:xfrm>
          <a:custGeom>
            <a:avLst/>
            <a:gdLst/>
            <a:ahLst/>
            <a:cxnLst/>
            <a:rect l="l" t="t" r="r" b="b"/>
            <a:pathLst>
              <a:path w="6045200" h="508000">
                <a:moveTo>
                  <a:pt x="6045200" y="508000"/>
                </a:moveTo>
                <a:lnTo>
                  <a:pt x="0" y="508000"/>
                </a:lnTo>
                <a:lnTo>
                  <a:pt x="0" y="0"/>
                </a:lnTo>
                <a:lnTo>
                  <a:pt x="6045200" y="0"/>
                </a:lnTo>
                <a:lnTo>
                  <a:pt x="6045200" y="508000"/>
                </a:lnTo>
                <a:close/>
              </a:path>
            </a:pathLst>
          </a:custGeom>
          <a:solidFill>
            <a:srgbClr val="3146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979808" y="1656079"/>
            <a:ext cx="6037580" cy="924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 spc="-71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5900" spc="-3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spc="-655">
                <a:solidFill>
                  <a:srgbClr val="FFFFFF"/>
                </a:solidFill>
                <a:latin typeface="Arial"/>
                <a:cs typeface="Arial"/>
              </a:rPr>
              <a:t>SHIFT</a:t>
            </a:r>
            <a:r>
              <a:rPr dirty="0" sz="59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spc="-565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59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spc="-800">
                <a:solidFill>
                  <a:srgbClr val="FFFFFF"/>
                </a:solidFill>
                <a:latin typeface="Arial"/>
                <a:cs typeface="Arial"/>
              </a:rPr>
              <a:t>PRO</a:t>
            </a:r>
            <a:endParaRPr sz="590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9062719" y="1930400"/>
            <a:ext cx="1117600" cy="508000"/>
          </a:xfrm>
          <a:custGeom>
            <a:avLst/>
            <a:gdLst/>
            <a:ahLst/>
            <a:cxnLst/>
            <a:rect l="l" t="t" r="r" b="b"/>
            <a:pathLst>
              <a:path w="1117600" h="508000">
                <a:moveTo>
                  <a:pt x="1117600" y="508000"/>
                </a:moveTo>
                <a:lnTo>
                  <a:pt x="0" y="508000"/>
                </a:lnTo>
                <a:lnTo>
                  <a:pt x="0" y="0"/>
                </a:lnTo>
                <a:lnTo>
                  <a:pt x="1117600" y="0"/>
                </a:lnTo>
                <a:lnTo>
                  <a:pt x="1117600" y="508000"/>
                </a:lnTo>
                <a:close/>
              </a:path>
            </a:pathLst>
          </a:custGeom>
          <a:solidFill>
            <a:srgbClr val="85A8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9023491" y="1640840"/>
            <a:ext cx="1170940" cy="955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00" spc="-25">
                <a:latin typeface="Calibri"/>
                <a:cs typeface="Calibri"/>
              </a:rPr>
              <a:t>CTS</a:t>
            </a:r>
            <a:endParaRPr sz="61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160" y="2661920"/>
            <a:ext cx="12181840" cy="589280"/>
            <a:chOff x="10160" y="2661920"/>
            <a:chExt cx="12181840" cy="589280"/>
          </a:xfrm>
        </p:grpSpPr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60" y="2661920"/>
              <a:ext cx="12181840" cy="6096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60" y="2661920"/>
              <a:ext cx="12181840" cy="6096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027680" y="2743200"/>
              <a:ext cx="6096000" cy="508000"/>
            </a:xfrm>
            <a:custGeom>
              <a:avLst/>
              <a:gdLst/>
              <a:ahLst/>
              <a:cxnLst/>
              <a:rect l="l" t="t" r="r" b="b"/>
              <a:pathLst>
                <a:path w="6096000" h="508000">
                  <a:moveTo>
                    <a:pt x="6096000" y="508000"/>
                  </a:moveTo>
                  <a:lnTo>
                    <a:pt x="0" y="508000"/>
                  </a:lnTo>
                  <a:lnTo>
                    <a:pt x="0" y="0"/>
                  </a:lnTo>
                  <a:lnTo>
                    <a:pt x="6096000" y="0"/>
                  </a:lnTo>
                  <a:lnTo>
                    <a:pt x="6096000" y="508000"/>
                  </a:lnTo>
                  <a:close/>
                </a:path>
              </a:pathLst>
            </a:custGeom>
            <a:solidFill>
              <a:srgbClr val="708C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019602" y="2462529"/>
            <a:ext cx="6069965" cy="932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595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950" spc="10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endParaRPr sz="595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10160" y="4886959"/>
            <a:ext cx="12171680" cy="355600"/>
          </a:xfrm>
          <a:custGeom>
            <a:avLst/>
            <a:gdLst/>
            <a:ahLst/>
            <a:cxnLst/>
            <a:rect l="l" t="t" r="r" b="b"/>
            <a:pathLst>
              <a:path w="12171680" h="355600">
                <a:moveTo>
                  <a:pt x="1217168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2171680" y="0"/>
                </a:lnTo>
                <a:lnTo>
                  <a:pt x="12171680" y="355600"/>
                </a:lnTo>
                <a:close/>
              </a:path>
            </a:pathLst>
          </a:custGeom>
          <a:solidFill>
            <a:srgbClr val="3A48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502799" y="4819650"/>
            <a:ext cx="1188720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040" algn="l"/>
              </a:tabLst>
            </a:pPr>
            <a:r>
              <a:rPr dirty="0" sz="2350" spc="-5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350" spc="-30">
                <a:solidFill>
                  <a:srgbClr val="FFFFFF"/>
                </a:solidFill>
                <a:latin typeface="Arial"/>
                <a:cs typeface="Arial"/>
              </a:rPr>
              <a:t>oducts</a:t>
            </a:r>
            <a:endParaRPr sz="23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546426" y="4838700"/>
            <a:ext cx="24631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9405" algn="l"/>
                <a:tab pos="1146175" algn="l"/>
                <a:tab pos="1838960" algn="l"/>
              </a:tabLst>
            </a:pPr>
            <a:r>
              <a:rPr dirty="0" sz="2200" spc="-5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200" spc="-50">
                <a:solidFill>
                  <a:srgbClr val="FFFFFF"/>
                </a:solidFill>
                <a:latin typeface="Arial"/>
                <a:cs typeface="Arial"/>
              </a:rPr>
              <a:t>odu</a:t>
            </a:r>
            <a:r>
              <a:rPr dirty="0" sz="2200" spc="-3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Arial"/>
                <a:cs typeface="Arial"/>
              </a:rPr>
              <a:t>ct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	+</a:t>
            </a:r>
            <a:r>
              <a:rPr dirty="0" sz="2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200" spc="-35">
                <a:solidFill>
                  <a:srgbClr val="FFFFFF"/>
                </a:solidFill>
                <a:latin typeface="Arial"/>
                <a:cs typeface="Arial"/>
              </a:rPr>
              <a:t>vices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169183" y="4826000"/>
            <a:ext cx="27063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5075" algn="l"/>
              </a:tabLst>
            </a:pPr>
            <a:r>
              <a:rPr dirty="0" sz="2300" spc="-33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30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FFFFFF"/>
                </a:solidFill>
                <a:latin typeface="Arial"/>
                <a:cs typeface="Arial"/>
              </a:rPr>
              <a:t>elatio</a:t>
            </a:r>
            <a:r>
              <a:rPr dirty="0" sz="2300" spc="-3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FFFFFF"/>
                </a:solidFill>
                <a:latin typeface="Arial"/>
                <a:cs typeface="Arial"/>
              </a:rPr>
              <a:t>nsh</a:t>
            </a:r>
            <a:r>
              <a:rPr dirty="0" sz="2300" spc="-95">
                <a:solidFill>
                  <a:srgbClr val="6E8782"/>
                </a:solidFill>
                <a:latin typeface="Arial"/>
                <a:cs typeface="Arial"/>
              </a:rPr>
              <a:t>i</a:t>
            </a:r>
            <a:r>
              <a:rPr dirty="0" sz="2300" spc="-95">
                <a:solidFill>
                  <a:srgbClr val="F9F9F9"/>
                </a:solidFill>
                <a:latin typeface="Arial"/>
                <a:cs typeface="Arial"/>
              </a:rPr>
              <a:t>D</a:t>
            </a:r>
            <a:r>
              <a:rPr dirty="0" sz="2300" spc="-5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FFFFFF"/>
                </a:solidFill>
                <a:latin typeface="Arial"/>
                <a:cs typeface="Arial"/>
              </a:rPr>
              <a:t>Cent</a:t>
            </a:r>
            <a:r>
              <a:rPr dirty="0" sz="23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300" spc="-70">
                <a:solidFill>
                  <a:srgbClr val="FFFFFF"/>
                </a:solidFill>
                <a:latin typeface="Arial"/>
                <a:cs typeface="Arial"/>
              </a:rPr>
              <a:t>ic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160" y="5354320"/>
            <a:ext cx="12171680" cy="284480"/>
            <a:chOff x="10160" y="5354320"/>
            <a:chExt cx="12171680" cy="284480"/>
          </a:xfrm>
        </p:grpSpPr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92479" y="5364480"/>
              <a:ext cx="609600" cy="22351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20960" y="5364480"/>
              <a:ext cx="609600" cy="274319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0160" y="5354320"/>
              <a:ext cx="12171680" cy="284480"/>
            </a:xfrm>
            <a:custGeom>
              <a:avLst/>
              <a:gdLst/>
              <a:ahLst/>
              <a:cxnLst/>
              <a:rect l="l" t="t" r="r" b="b"/>
              <a:pathLst>
                <a:path w="12171680" h="284479">
                  <a:moveTo>
                    <a:pt x="12171680" y="284480"/>
                  </a:moveTo>
                  <a:lnTo>
                    <a:pt x="0" y="284480"/>
                  </a:lnTo>
                  <a:lnTo>
                    <a:pt x="0" y="0"/>
                  </a:lnTo>
                  <a:lnTo>
                    <a:pt x="12171680" y="0"/>
                  </a:lnTo>
                  <a:lnTo>
                    <a:pt x="12171680" y="284480"/>
                  </a:lnTo>
                  <a:close/>
                </a:path>
              </a:pathLst>
            </a:custGeom>
            <a:solidFill>
              <a:srgbClr val="3D48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3419449" y="5255259"/>
            <a:ext cx="691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FFFFFF"/>
                </a:solidFill>
                <a:latin typeface="Times New Roman"/>
                <a:cs typeface="Times New Roman"/>
              </a:rPr>
              <a:t>1990s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845492" y="4781153"/>
            <a:ext cx="2413635" cy="84010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1414145" algn="l"/>
                <a:tab pos="2212340" algn="l"/>
              </a:tabLst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Custo</a:t>
            </a:r>
            <a:r>
              <a:rPr dirty="0" sz="2250" spc="-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	Ce</a:t>
            </a:r>
            <a:r>
              <a:rPr dirty="0" sz="2250" spc="-3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65">
                <a:solidFill>
                  <a:srgbClr val="FFFFFF"/>
                </a:solidFill>
                <a:latin typeface="Arial"/>
                <a:cs typeface="Arial"/>
              </a:rPr>
              <a:t>nt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250" spc="-45">
                <a:solidFill>
                  <a:srgbClr val="FFFFFF"/>
                </a:solidFill>
                <a:latin typeface="Arial"/>
                <a:cs typeface="Arial"/>
              </a:rPr>
              <a:t>ic</a:t>
            </a:r>
            <a:endParaRPr sz="2250">
              <a:latin typeface="Arial"/>
              <a:cs typeface="Arial"/>
            </a:endParaRPr>
          </a:p>
          <a:p>
            <a:pPr algn="ctr" marR="89535">
              <a:lnSpc>
                <a:spcPct val="100000"/>
              </a:lnSpc>
              <a:spcBef>
                <a:spcPts val="430"/>
              </a:spcBef>
            </a:pPr>
            <a:r>
              <a:rPr dirty="0" sz="2400" spc="-20">
                <a:solidFill>
                  <a:srgbClr val="FFFFFF"/>
                </a:solidFill>
                <a:latin typeface="Courier New"/>
                <a:cs typeface="Courier New"/>
              </a:rPr>
              <a:t>7000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1808479"/>
            <a:ext cx="12181840" cy="48463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254000"/>
            <a:ext cx="12181840" cy="136143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727200" y="1838960"/>
            <a:ext cx="2560320" cy="457200"/>
          </a:xfrm>
          <a:custGeom>
            <a:avLst/>
            <a:gdLst/>
            <a:ahLst/>
            <a:cxnLst/>
            <a:rect l="l" t="t" r="r" b="b"/>
            <a:pathLst>
              <a:path w="2560320" h="457200">
                <a:moveTo>
                  <a:pt x="2560320" y="457200"/>
                </a:moveTo>
                <a:lnTo>
                  <a:pt x="0" y="457200"/>
                </a:lnTo>
                <a:lnTo>
                  <a:pt x="0" y="0"/>
                </a:lnTo>
                <a:lnTo>
                  <a:pt x="2560320" y="0"/>
                </a:lnTo>
                <a:lnTo>
                  <a:pt x="2560320" y="4572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710054" y="1628140"/>
            <a:ext cx="255968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47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5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0" spc="-565">
                <a:solidFill>
                  <a:srgbClr val="FFFFFF"/>
                </a:solidFill>
                <a:latin typeface="Arial"/>
                <a:cs typeface="Arial"/>
              </a:rPr>
              <a:t>WAY</a:t>
            </a:r>
            <a:endParaRPr sz="50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80160" y="2509520"/>
            <a:ext cx="3088640" cy="457200"/>
          </a:xfrm>
          <a:custGeom>
            <a:avLst/>
            <a:gdLst/>
            <a:ahLst/>
            <a:cxnLst/>
            <a:rect l="l" t="t" r="r" b="b"/>
            <a:pathLst>
              <a:path w="3088640" h="457200">
                <a:moveTo>
                  <a:pt x="3088640" y="457200"/>
                </a:moveTo>
                <a:lnTo>
                  <a:pt x="0" y="457200"/>
                </a:lnTo>
                <a:lnTo>
                  <a:pt x="0" y="0"/>
                </a:lnTo>
                <a:lnTo>
                  <a:pt x="3088640" y="0"/>
                </a:lnTo>
                <a:lnTo>
                  <a:pt x="3088640" y="45720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6769" y="2273300"/>
            <a:ext cx="317627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630"/>
              <a:t>PEOPLE</a:t>
            </a:r>
            <a:r>
              <a:rPr dirty="0" sz="5200" spc="260"/>
              <a:t> </a:t>
            </a:r>
            <a:r>
              <a:rPr dirty="0" sz="5200" spc="-610"/>
              <a:t>BU</a:t>
            </a:r>
            <a:endParaRPr sz="5200"/>
          </a:p>
        </p:txBody>
      </p:sp>
      <p:sp>
        <p:nvSpPr>
          <p:cNvPr id="8" name="object 8" descr=""/>
          <p:cNvSpPr/>
          <p:nvPr/>
        </p:nvSpPr>
        <p:spPr>
          <a:xfrm>
            <a:off x="873760" y="3169920"/>
            <a:ext cx="3464560" cy="457200"/>
          </a:xfrm>
          <a:custGeom>
            <a:avLst/>
            <a:gdLst/>
            <a:ahLst/>
            <a:cxnLst/>
            <a:rect l="l" t="t" r="r" b="b"/>
            <a:pathLst>
              <a:path w="3464560" h="457200">
                <a:moveTo>
                  <a:pt x="3464560" y="457200"/>
                </a:moveTo>
                <a:lnTo>
                  <a:pt x="0" y="457200"/>
                </a:lnTo>
                <a:lnTo>
                  <a:pt x="0" y="0"/>
                </a:lnTo>
                <a:lnTo>
                  <a:pt x="3464560" y="0"/>
                </a:lnTo>
                <a:lnTo>
                  <a:pt x="3464560" y="457200"/>
                </a:lnTo>
                <a:close/>
              </a:path>
            </a:pathLst>
          </a:custGeom>
          <a:solidFill>
            <a:srgbClr val="6262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22400" y="3820159"/>
            <a:ext cx="3190240" cy="457200"/>
          </a:xfrm>
          <a:custGeom>
            <a:avLst/>
            <a:gdLst/>
            <a:ahLst/>
            <a:cxnLst/>
            <a:rect l="l" t="t" r="r" b="b"/>
            <a:pathLst>
              <a:path w="3190240" h="457200">
                <a:moveTo>
                  <a:pt x="3190240" y="457200"/>
                </a:moveTo>
                <a:lnTo>
                  <a:pt x="0" y="457200"/>
                </a:lnTo>
                <a:lnTo>
                  <a:pt x="0" y="0"/>
                </a:lnTo>
                <a:lnTo>
                  <a:pt x="3190240" y="0"/>
                </a:lnTo>
                <a:lnTo>
                  <a:pt x="3190240" y="45720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18241" y="2940050"/>
            <a:ext cx="3787775" cy="1471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52729">
              <a:lnSpc>
                <a:spcPts val="5425"/>
              </a:lnSpc>
              <a:spcBef>
                <a:spcPts val="100"/>
              </a:spcBef>
            </a:pPr>
            <a:r>
              <a:rPr dirty="0" sz="5150" spc="-50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dirty="0" sz="515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150" spc="-350">
                <a:solidFill>
                  <a:srgbClr val="FFFFFF"/>
                </a:solidFill>
                <a:latin typeface="Arial"/>
                <a:cs typeface="Arial"/>
              </a:rPr>
              <a:t>CHANG</a:t>
            </a:r>
            <a:endParaRPr sz="5150">
              <a:latin typeface="Arial"/>
              <a:cs typeface="Arial"/>
            </a:endParaRPr>
          </a:p>
          <a:p>
            <a:pPr algn="ctr" marL="542925">
              <a:lnSpc>
                <a:spcPts val="5965"/>
              </a:lnSpc>
            </a:pPr>
            <a:r>
              <a:rPr dirty="0" sz="5600" spc="-91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56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600" spc="-670">
                <a:solidFill>
                  <a:srgbClr val="FFFFFF"/>
                </a:solidFill>
                <a:latin typeface="Arial"/>
                <a:cs typeface="Arial"/>
              </a:rPr>
              <a:t>GOOD</a:t>
            </a:r>
            <a:endParaRPr sz="56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741919" y="2865120"/>
            <a:ext cx="2418080" cy="264160"/>
          </a:xfrm>
          <a:custGeom>
            <a:avLst/>
            <a:gdLst/>
            <a:ahLst/>
            <a:cxnLst/>
            <a:rect l="l" t="t" r="r" b="b"/>
            <a:pathLst>
              <a:path w="2418079" h="264160">
                <a:moveTo>
                  <a:pt x="2418080" y="264160"/>
                </a:moveTo>
                <a:lnTo>
                  <a:pt x="0" y="264160"/>
                </a:lnTo>
                <a:lnTo>
                  <a:pt x="0" y="0"/>
                </a:lnTo>
                <a:lnTo>
                  <a:pt x="2418080" y="0"/>
                </a:lnTo>
                <a:lnTo>
                  <a:pt x="2418080" y="264160"/>
                </a:lnTo>
                <a:close/>
              </a:path>
            </a:pathLst>
          </a:custGeom>
          <a:solidFill>
            <a:srgbClr val="6954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711788" y="2747009"/>
            <a:ext cx="248031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7990" algn="l"/>
              </a:tabLst>
            </a:pPr>
            <a:r>
              <a:rPr dirty="0" sz="2750" spc="-5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7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750" spc="-20">
                <a:solidFill>
                  <a:srgbClr val="FFFFFF"/>
                </a:solidFill>
                <a:latin typeface="Arial"/>
                <a:cs typeface="Arial"/>
              </a:rPr>
              <a:t>TOM</a:t>
            </a:r>
            <a:r>
              <a:rPr dirty="0" sz="275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50" spc="-265">
                <a:solidFill>
                  <a:srgbClr val="FFFFFF"/>
                </a:solidFill>
                <a:latin typeface="Arial"/>
                <a:cs typeface="Arial"/>
              </a:rPr>
              <a:t>ZAT</a:t>
            </a:r>
            <a:r>
              <a:rPr dirty="0" sz="2750" spc="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"/>
                <a:cs typeface="Arial"/>
              </a:rPr>
              <a:t>ON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065520"/>
            <a:ext cx="12181840" cy="51815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2611120"/>
            <a:ext cx="12181840" cy="87376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0160" y="10160"/>
            <a:ext cx="8036559" cy="1524000"/>
            <a:chOff x="10160" y="10160"/>
            <a:chExt cx="8036559" cy="152400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0" y="10160"/>
              <a:ext cx="8036559" cy="15240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920239" y="1015999"/>
              <a:ext cx="3200400" cy="508000"/>
            </a:xfrm>
            <a:custGeom>
              <a:avLst/>
              <a:gdLst/>
              <a:ahLst/>
              <a:cxnLst/>
              <a:rect l="l" t="t" r="r" b="b"/>
              <a:pathLst>
                <a:path w="3200400" h="508000">
                  <a:moveTo>
                    <a:pt x="3200400" y="508000"/>
                  </a:moveTo>
                  <a:lnTo>
                    <a:pt x="0" y="508000"/>
                  </a:lnTo>
                  <a:lnTo>
                    <a:pt x="0" y="0"/>
                  </a:lnTo>
                  <a:lnTo>
                    <a:pt x="3200400" y="0"/>
                  </a:lnTo>
                  <a:lnTo>
                    <a:pt x="3200400" y="508000"/>
                  </a:lnTo>
                  <a:close/>
                </a:path>
              </a:pathLst>
            </a:custGeom>
            <a:solidFill>
              <a:srgbClr val="9585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18876" y="722629"/>
            <a:ext cx="3165475" cy="9474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50" spc="-650"/>
              <a:t>A</a:t>
            </a:r>
            <a:r>
              <a:rPr dirty="0" sz="6050" spc="-490"/>
              <a:t> </a:t>
            </a:r>
            <a:r>
              <a:rPr dirty="0" sz="6050" spc="-705"/>
              <a:t>GLOBAL</a:t>
            </a:r>
            <a:endParaRPr sz="6050"/>
          </a:p>
        </p:txBody>
      </p:sp>
      <p:grpSp>
        <p:nvGrpSpPr>
          <p:cNvPr id="8" name="object 8" descr=""/>
          <p:cNvGrpSpPr/>
          <p:nvPr/>
        </p:nvGrpSpPr>
        <p:grpSpPr>
          <a:xfrm>
            <a:off x="10160" y="1818639"/>
            <a:ext cx="12181840" cy="50800"/>
            <a:chOff x="10160" y="1818639"/>
            <a:chExt cx="12181840" cy="508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60" y="1818639"/>
              <a:ext cx="12181840" cy="508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60" y="1818639"/>
              <a:ext cx="12181840" cy="5080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0160" y="2042160"/>
            <a:ext cx="12181840" cy="172720"/>
            <a:chOff x="10160" y="2042160"/>
            <a:chExt cx="12181840" cy="172720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0" y="2042160"/>
              <a:ext cx="12181840" cy="508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60" y="2042160"/>
              <a:ext cx="12181840" cy="12192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0" y="2103120"/>
              <a:ext cx="12181840" cy="11175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60" y="2184400"/>
              <a:ext cx="12181840" cy="30479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10160" y="2265679"/>
            <a:ext cx="12181840" cy="50800"/>
            <a:chOff x="10160" y="2265679"/>
            <a:chExt cx="12181840" cy="50800"/>
          </a:xfrm>
        </p:grpSpPr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60" y="2265679"/>
              <a:ext cx="12181840" cy="508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0" y="2265679"/>
              <a:ext cx="12181840" cy="50800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6624319" y="2692400"/>
            <a:ext cx="1625600" cy="670560"/>
          </a:xfrm>
          <a:custGeom>
            <a:avLst/>
            <a:gdLst/>
            <a:ahLst/>
            <a:cxnLst/>
            <a:rect l="l" t="t" r="r" b="b"/>
            <a:pathLst>
              <a:path w="1625600" h="670560">
                <a:moveTo>
                  <a:pt x="1625600" y="670560"/>
                </a:moveTo>
                <a:lnTo>
                  <a:pt x="0" y="670560"/>
                </a:lnTo>
                <a:lnTo>
                  <a:pt x="0" y="0"/>
                </a:lnTo>
                <a:lnTo>
                  <a:pt x="1625600" y="0"/>
                </a:lnTo>
                <a:lnTo>
                  <a:pt x="1625600" y="670560"/>
                </a:lnTo>
                <a:close/>
              </a:path>
            </a:pathLst>
          </a:custGeom>
          <a:solidFill>
            <a:srgbClr val="A35B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9621519" y="2702560"/>
            <a:ext cx="2113280" cy="660400"/>
          </a:xfrm>
          <a:custGeom>
            <a:avLst/>
            <a:gdLst/>
            <a:ahLst/>
            <a:cxnLst/>
            <a:rect l="l" t="t" r="r" b="b"/>
            <a:pathLst>
              <a:path w="2113279" h="660400">
                <a:moveTo>
                  <a:pt x="2113280" y="660400"/>
                </a:moveTo>
                <a:lnTo>
                  <a:pt x="0" y="660400"/>
                </a:lnTo>
                <a:lnTo>
                  <a:pt x="0" y="0"/>
                </a:lnTo>
                <a:lnTo>
                  <a:pt x="2113280" y="0"/>
                </a:lnTo>
                <a:lnTo>
                  <a:pt x="2113280" y="660400"/>
                </a:lnTo>
                <a:close/>
              </a:path>
            </a:pathLst>
          </a:custGeom>
          <a:solidFill>
            <a:srgbClr val="7736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595224" y="2324100"/>
            <a:ext cx="514540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75"/>
              </a:lnSpc>
              <a:spcBef>
                <a:spcPts val="100"/>
              </a:spcBef>
              <a:tabLst>
                <a:tab pos="1285875" algn="l"/>
                <a:tab pos="3023870" algn="l"/>
              </a:tabLst>
            </a:pPr>
            <a:r>
              <a:rPr dirty="0" sz="5100" spc="765">
                <a:solidFill>
                  <a:srgbClr val="FFFFFF"/>
                </a:solidFill>
                <a:latin typeface="Arial"/>
                <a:cs typeface="Arial"/>
              </a:rPr>
              <a:t>80</a:t>
            </a:r>
            <a:r>
              <a:rPr dirty="0" sz="51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5100" spc="73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51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8000" spc="-595">
                <a:solidFill>
                  <a:srgbClr val="FFFFFF"/>
                </a:solidFill>
                <a:latin typeface="Arial"/>
                <a:cs typeface="Arial"/>
              </a:rPr>
              <a:t>420B</a:t>
            </a:r>
            <a:endParaRPr sz="8000">
              <a:latin typeface="Arial"/>
              <a:cs typeface="Arial"/>
            </a:endParaRPr>
          </a:p>
          <a:p>
            <a:pPr marL="946785">
              <a:lnSpc>
                <a:spcPts val="1575"/>
              </a:lnSpc>
            </a:pPr>
            <a:r>
              <a:rPr dirty="0" sz="2650" spc="525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0160" y="3616959"/>
            <a:ext cx="12181840" cy="335280"/>
            <a:chOff x="10160" y="3616959"/>
            <a:chExt cx="12181840" cy="335280"/>
          </a:xfrm>
        </p:grpSpPr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60" y="3616959"/>
              <a:ext cx="12181840" cy="6096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60" y="3616959"/>
              <a:ext cx="12181840" cy="6096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60" y="3698239"/>
              <a:ext cx="12181840" cy="8128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60" y="3698239"/>
              <a:ext cx="12181840" cy="8128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60" y="3809999"/>
              <a:ext cx="12181840" cy="14223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0" y="3809999"/>
              <a:ext cx="12181840" cy="142239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0160" y="4023359"/>
            <a:ext cx="12171680" cy="457200"/>
            <a:chOff x="10160" y="4023359"/>
            <a:chExt cx="12171680" cy="457200"/>
          </a:xfrm>
        </p:grpSpPr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7040" y="4196079"/>
              <a:ext cx="1818639" cy="193039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0160" y="4023359"/>
              <a:ext cx="12171680" cy="457200"/>
            </a:xfrm>
            <a:custGeom>
              <a:avLst/>
              <a:gdLst/>
              <a:ahLst/>
              <a:cxnLst/>
              <a:rect l="l" t="t" r="r" b="b"/>
              <a:pathLst>
                <a:path w="12171680" h="457200">
                  <a:moveTo>
                    <a:pt x="1217168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12171680" y="0"/>
                  </a:lnTo>
                  <a:lnTo>
                    <a:pt x="12171680" y="457200"/>
                  </a:lnTo>
                  <a:close/>
                </a:path>
              </a:pathLst>
            </a:custGeom>
            <a:solidFill>
              <a:srgbClr val="674B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280867" y="4127500"/>
            <a:ext cx="2496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55">
                <a:solidFill>
                  <a:srgbClr val="FFFFFF"/>
                </a:solidFill>
                <a:latin typeface="Arial"/>
                <a:cs typeface="Arial"/>
              </a:rPr>
              <a:t>OŁ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644238"/>
                </a:solidFill>
                <a:latin typeface="Arial"/>
                <a:cs typeface="Arial"/>
              </a:rPr>
              <a:t>Deo</a:t>
            </a:r>
            <a:r>
              <a:rPr dirty="0" sz="1800" spc="-300">
                <a:solidFill>
                  <a:srgbClr val="644238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97694F"/>
                </a:solidFill>
                <a:latin typeface="Arial"/>
                <a:cs typeface="Arial"/>
              </a:rPr>
              <a:t>Dle</a:t>
            </a:r>
            <a:r>
              <a:rPr dirty="0" sz="1800" spc="85">
                <a:solidFill>
                  <a:srgbClr val="97694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9A643F"/>
                </a:solidFill>
                <a:latin typeface="Arial"/>
                <a:cs typeface="Arial"/>
              </a:rPr>
              <a:t>in</a:t>
            </a:r>
            <a:r>
              <a:rPr dirty="0" sz="1800" spc="25">
                <a:solidFill>
                  <a:srgbClr val="9A643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DAAA1"/>
                </a:solidFill>
                <a:latin typeface="Arial"/>
                <a:cs typeface="Arial"/>
              </a:rPr>
              <a:t>France</a:t>
            </a:r>
            <a:r>
              <a:rPr dirty="0" sz="1800" spc="75">
                <a:solidFill>
                  <a:srgbClr val="CDAAA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B18772"/>
                </a:solidFill>
                <a:latin typeface="Arial"/>
                <a:cs typeface="Arial"/>
              </a:rPr>
              <a:t>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328867" y="4127500"/>
            <a:ext cx="2388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7E4B3D"/>
                </a:solidFill>
                <a:latin typeface="Arial"/>
                <a:cs typeface="Arial"/>
              </a:rPr>
              <a:t>OÊ</a:t>
            </a:r>
            <a:r>
              <a:rPr dirty="0" sz="1800" spc="-65">
                <a:solidFill>
                  <a:srgbClr val="7E4B3D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C463F"/>
                </a:solidFill>
                <a:latin typeface="Arial"/>
                <a:cs typeface="Arial"/>
              </a:rPr>
              <a:t>German</a:t>
            </a:r>
            <a:r>
              <a:rPr dirty="0" sz="1800" spc="165">
                <a:solidFill>
                  <a:srgbClr val="7C463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4D3F"/>
                </a:solidFill>
                <a:latin typeface="Arial"/>
                <a:cs typeface="Arial"/>
              </a:rPr>
              <a:t>companies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539215" y="4127500"/>
            <a:ext cx="2179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44438"/>
                </a:solidFill>
                <a:latin typeface="Arial"/>
                <a:cs typeface="Arial"/>
              </a:rPr>
              <a:t>^8!</a:t>
            </a:r>
            <a:r>
              <a:rPr dirty="0" sz="1800" spc="-100">
                <a:solidFill>
                  <a:srgbClr val="644438"/>
                </a:solidFill>
                <a:latin typeface="Arial"/>
                <a:cs typeface="Arial"/>
              </a:rPr>
              <a:t> </a:t>
            </a:r>
            <a:r>
              <a:rPr dirty="0" baseline="21367" sz="1950" spc="585">
                <a:solidFill>
                  <a:srgbClr val="79463F"/>
                </a:solidFill>
                <a:latin typeface="Arial"/>
                <a:cs typeface="Arial"/>
              </a:rPr>
              <a:t>0</a:t>
            </a:r>
            <a:r>
              <a:rPr dirty="0" sz="1800" spc="390">
                <a:solidFill>
                  <a:srgbClr val="79463F"/>
                </a:solidFill>
                <a:latin typeface="Arial"/>
                <a:cs typeface="Arial"/>
              </a:rPr>
              <a:t>8</a:t>
            </a:r>
            <a:r>
              <a:rPr dirty="0" sz="1800" spc="-125">
                <a:solidFill>
                  <a:srgbClr val="79463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744F46"/>
                </a:solidFill>
                <a:latin typeface="Arial"/>
                <a:cs typeface="Arial"/>
              </a:rPr>
              <a:t>^^</a:t>
            </a:r>
            <a:r>
              <a:rPr dirty="0" sz="1800" spc="-45">
                <a:solidFill>
                  <a:srgbClr val="FFF4ED"/>
                </a:solidFill>
                <a:latin typeface="Arial"/>
                <a:cs typeface="Arial"/>
              </a:rPr>
              <a:t>8</a:t>
            </a:r>
            <a:r>
              <a:rPr dirty="0" baseline="18518" sz="2250" spc="-67">
                <a:solidFill>
                  <a:srgbClr val="FFF4ED"/>
                </a:solidFill>
                <a:latin typeface="Arial"/>
                <a:cs typeface="Arial"/>
              </a:rPr>
              <a:t>S</a:t>
            </a:r>
            <a:r>
              <a:rPr dirty="0" sz="1800" spc="-45">
                <a:solidFill>
                  <a:srgbClr val="FFF4ED"/>
                </a:solidFill>
                <a:latin typeface="Arial"/>
                <a:cs typeface="Arial"/>
              </a:rPr>
              <a:t>C^t</a:t>
            </a:r>
            <a:r>
              <a:rPr dirty="0" sz="1800" spc="254">
                <a:solidFill>
                  <a:srgbClr val="FFF4ED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tt</a:t>
            </a:r>
            <a:r>
              <a:rPr dirty="0" baseline="15432" sz="2700" spc="-3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8^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0160" y="4511040"/>
            <a:ext cx="12171680" cy="680720"/>
            <a:chOff x="10160" y="4511040"/>
            <a:chExt cx="12171680" cy="680720"/>
          </a:xfrm>
        </p:grpSpPr>
        <p:pic>
          <p:nvPicPr>
            <p:cNvPr id="36" name="object 3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8640" y="4551680"/>
              <a:ext cx="1615440" cy="27431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0160" y="4511040"/>
              <a:ext cx="12171680" cy="680720"/>
            </a:xfrm>
            <a:custGeom>
              <a:avLst/>
              <a:gdLst/>
              <a:ahLst/>
              <a:cxnLst/>
              <a:rect l="l" t="t" r="r" b="b"/>
              <a:pathLst>
                <a:path w="12171680" h="680720">
                  <a:moveTo>
                    <a:pt x="12171680" y="680720"/>
                  </a:moveTo>
                  <a:lnTo>
                    <a:pt x="0" y="680720"/>
                  </a:lnTo>
                  <a:lnTo>
                    <a:pt x="0" y="0"/>
                  </a:lnTo>
                  <a:lnTo>
                    <a:pt x="12171680" y="0"/>
                  </a:lnTo>
                  <a:lnTo>
                    <a:pt x="12171680" y="680720"/>
                  </a:lnTo>
                  <a:close/>
                </a:path>
              </a:pathLst>
            </a:custGeom>
            <a:solidFill>
              <a:srgbClr val="563D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76097" y="4867909"/>
            <a:ext cx="216281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50" spc="65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dirty="0" sz="1650" spc="-2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5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dirty="0" sz="1650" spc="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120">
                <a:solidFill>
                  <a:srgbClr val="FFFFFF"/>
                </a:solidFill>
                <a:latin typeface="Arial"/>
                <a:cs typeface="Arial"/>
              </a:rPr>
              <a:t>mptio</a:t>
            </a:r>
            <a:r>
              <a:rPr dirty="0" sz="1650" spc="-2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93A36"/>
                </a:solidFill>
                <a:latin typeface="Arial"/>
                <a:cs typeface="Arial"/>
              </a:rPr>
              <a:t>n</a:t>
            </a:r>
            <a:r>
              <a:rPr dirty="0" sz="1650" spc="150">
                <a:solidFill>
                  <a:srgbClr val="593A3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16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440684" y="4420870"/>
            <a:ext cx="2169795" cy="73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130810">
              <a:lnSpc>
                <a:spcPct val="133300"/>
              </a:lnSpc>
              <a:spcBef>
                <a:spcPts val="100"/>
              </a:spcBef>
            </a:pPr>
            <a:r>
              <a:rPr dirty="0" sz="1750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dirty="0" sz="17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B38E82"/>
                </a:solidFill>
                <a:latin typeface="Arial"/>
                <a:cs typeface="Arial"/>
              </a:rPr>
              <a:t>away</a:t>
            </a:r>
            <a:r>
              <a:rPr dirty="0" sz="1750" spc="225">
                <a:solidFill>
                  <a:srgbClr val="B38E82"/>
                </a:solidFill>
                <a:latin typeface="Arial"/>
                <a:cs typeface="Arial"/>
              </a:rPr>
              <a:t> </a:t>
            </a:r>
            <a:r>
              <a:rPr dirty="0" sz="1750" spc="75">
                <a:solidFill>
                  <a:srgbClr val="EDCDC1"/>
                </a:solidFill>
                <a:latin typeface="Arial"/>
                <a:cs typeface="Arial"/>
              </a:rPr>
              <a:t>from </a:t>
            </a:r>
            <a:r>
              <a:rPr dirty="0" sz="1750">
                <a:solidFill>
                  <a:srgbClr val="87574F"/>
                </a:solidFill>
                <a:latin typeface="Arial"/>
                <a:cs typeface="Arial"/>
              </a:rPr>
              <a:t>trad</a:t>
            </a:r>
            <a:r>
              <a:rPr dirty="0" sz="1750">
                <a:solidFill>
                  <a:srgbClr val="DDB8AF"/>
                </a:solidFill>
                <a:latin typeface="Arial"/>
                <a:cs typeface="Arial"/>
              </a:rPr>
              <a:t>i</a:t>
            </a:r>
            <a:r>
              <a:rPr dirty="0" sz="1750">
                <a:solidFill>
                  <a:srgbClr val="F2D4C8"/>
                </a:solidFill>
                <a:latin typeface="Arial"/>
                <a:cs typeface="Arial"/>
              </a:rPr>
              <a:t>tion</a:t>
            </a:r>
            <a:r>
              <a:rPr dirty="0" sz="1750">
                <a:solidFill>
                  <a:srgbClr val="775048"/>
                </a:solidFill>
                <a:latin typeface="Arial"/>
                <a:cs typeface="Arial"/>
              </a:rPr>
              <a:t>a</a:t>
            </a:r>
            <a:r>
              <a:rPr dirty="0" sz="1750" spc="-180">
                <a:solidFill>
                  <a:srgbClr val="775048"/>
                </a:solidFill>
                <a:latin typeface="Arial"/>
                <a:cs typeface="Arial"/>
              </a:rPr>
              <a:t> </a:t>
            </a:r>
            <a:r>
              <a:rPr dirty="0" sz="1750" spc="-260">
                <a:solidFill>
                  <a:srgbClr val="A5877C"/>
                </a:solidFill>
                <a:latin typeface="Arial"/>
                <a:cs typeface="Arial"/>
              </a:rPr>
              <a:t>I</a:t>
            </a:r>
            <a:r>
              <a:rPr dirty="0" sz="1750" spc="15">
                <a:solidFill>
                  <a:srgbClr val="A5877C"/>
                </a:solidFill>
                <a:latin typeface="Arial"/>
                <a:cs typeface="Arial"/>
              </a:rPr>
              <a:t>  </a:t>
            </a:r>
            <a:r>
              <a:rPr dirty="0" sz="1750" spc="-10">
                <a:solidFill>
                  <a:srgbClr val="C49787"/>
                </a:solidFill>
                <a:latin typeface="Arial"/>
                <a:cs typeface="Arial"/>
              </a:rPr>
              <a:t>ownership</a:t>
            </a:r>
            <a:endParaRPr sz="175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261392" y="4358276"/>
            <a:ext cx="2540635" cy="78930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19"/>
              </a:spcBef>
            </a:pPr>
            <a:r>
              <a:rPr dirty="0" sz="1700" spc="-3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1700" spc="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dealt</a:t>
            </a:r>
            <a:r>
              <a:rPr dirty="0" sz="17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B88372"/>
                </a:solidFill>
                <a:latin typeface="Arial"/>
                <a:cs typeface="Arial"/>
              </a:rPr>
              <a:t>witH</a:t>
            </a:r>
            <a:r>
              <a:rPr dirty="0" sz="1700" spc="-75">
                <a:solidFill>
                  <a:srgbClr val="B8837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E6E2"/>
                </a:solidFill>
                <a:latin typeface="Arial"/>
                <a:cs typeface="Arial"/>
              </a:rPr>
              <a:t>I</a:t>
            </a:r>
            <a:r>
              <a:rPr dirty="0" sz="1700" spc="-25">
                <a:solidFill>
                  <a:srgbClr val="FFE6E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B5AC"/>
                </a:solidFill>
                <a:latin typeface="Arial"/>
                <a:cs typeface="Arial"/>
              </a:rPr>
              <a:t>be</a:t>
            </a:r>
            <a:r>
              <a:rPr dirty="0" sz="1700" spc="105">
                <a:solidFill>
                  <a:srgbClr val="D6B5A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6D3634"/>
                </a:solidFill>
                <a:latin typeface="Arial"/>
                <a:cs typeface="Arial"/>
              </a:rPr>
              <a:t>i</a:t>
            </a:r>
            <a:r>
              <a:rPr dirty="0" sz="1700" spc="-25">
                <a:solidFill>
                  <a:srgbClr val="B69A90"/>
                </a:solidFill>
                <a:latin typeface="Arial"/>
                <a:cs typeface="Arial"/>
              </a:rPr>
              <a:t>ssue</a:t>
            </a:r>
            <a:endParaRPr sz="1700">
              <a:latin typeface="Arial"/>
              <a:cs typeface="Arial"/>
            </a:endParaRPr>
          </a:p>
          <a:p>
            <a:pPr algn="ctr" marR="6985">
              <a:lnSpc>
                <a:spcPct val="100000"/>
              </a:lnSpc>
              <a:spcBef>
                <a:spcPts val="950"/>
              </a:spcBef>
            </a:pPr>
            <a:r>
              <a:rPr dirty="0" sz="1750">
                <a:solidFill>
                  <a:srgbClr val="9A6B5E"/>
                </a:solidFill>
                <a:latin typeface="Arial"/>
                <a:cs typeface="Arial"/>
              </a:rPr>
              <a:t>of</a:t>
            </a:r>
            <a:r>
              <a:rPr dirty="0" sz="1750" spc="275">
                <a:solidFill>
                  <a:srgbClr val="9A6B5E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975054"/>
                </a:solidFill>
                <a:latin typeface="Arial"/>
                <a:cs typeface="Arial"/>
              </a:rPr>
              <a:t>subscription</a:t>
            </a:r>
            <a:endParaRPr sz="175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345217" y="4358276"/>
            <a:ext cx="2262505" cy="78930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19"/>
              </a:spcBef>
              <a:tabLst>
                <a:tab pos="1719580" algn="l"/>
              </a:tabLst>
            </a:pPr>
            <a:r>
              <a:rPr dirty="0" sz="1700">
                <a:solidFill>
                  <a:srgbClr val="794642"/>
                </a:solidFill>
                <a:latin typeface="Arial"/>
                <a:cs typeface="Arial"/>
              </a:rPr>
              <a:t>i</a:t>
            </a:r>
            <a:r>
              <a:rPr dirty="0" sz="1700">
                <a:solidFill>
                  <a:srgbClr val="693834"/>
                </a:solidFill>
                <a:latin typeface="Arial"/>
                <a:cs typeface="Arial"/>
              </a:rPr>
              <a:t>n</a:t>
            </a:r>
            <a:r>
              <a:rPr dirty="0" sz="1700" spc="85">
                <a:solidFill>
                  <a:srgbClr val="69383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40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700" spc="-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EFE6"/>
                </a:solidFill>
                <a:latin typeface="Arial"/>
                <a:cs typeface="Arial"/>
              </a:rPr>
              <a:t>S</a:t>
            </a:r>
            <a:r>
              <a:rPr dirty="0" sz="1700" spc="60">
                <a:solidFill>
                  <a:srgbClr val="FFEFE6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7E4D4F"/>
                </a:solidFill>
                <a:latin typeface="Arial"/>
                <a:cs typeface="Arial"/>
              </a:rPr>
              <a:t>in</a:t>
            </a:r>
            <a:r>
              <a:rPr dirty="0" sz="1700" spc="60">
                <a:solidFill>
                  <a:srgbClr val="7E4D4F"/>
                </a:solidFill>
                <a:latin typeface="Arial"/>
                <a:cs typeface="Arial"/>
              </a:rPr>
              <a:t> </a:t>
            </a:r>
            <a:r>
              <a:rPr dirty="0" sz="1700" spc="35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700" spc="145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1700" spc="145">
                <a:solidFill>
                  <a:srgbClr val="B68577"/>
                </a:solidFill>
                <a:latin typeface="Arial"/>
                <a:cs typeface="Arial"/>
              </a:rPr>
              <a:t>;</a:t>
            </a:r>
            <a:r>
              <a:rPr dirty="0" sz="1700" spc="-80">
                <a:solidFill>
                  <a:srgbClr val="B68577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6D4231"/>
                </a:solidFill>
                <a:latin typeface="Arial"/>
                <a:cs typeface="Arial"/>
              </a:rPr>
              <a:t>up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dirty="0" sz="1750" spc="95">
                <a:solidFill>
                  <a:srgbClr val="623D34"/>
                </a:solidFill>
                <a:latin typeface="Arial"/>
                <a:cs typeface="Arial"/>
              </a:rPr>
              <a:t>from</a:t>
            </a:r>
            <a:r>
              <a:rPr dirty="0" sz="1750" spc="140">
                <a:solidFill>
                  <a:srgbClr val="623D34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FFFFFF"/>
                </a:solidFill>
                <a:latin typeface="Arial"/>
                <a:cs typeface="Arial"/>
              </a:rPr>
              <a:t>$21S</a:t>
            </a:r>
            <a:r>
              <a:rPr dirty="0" sz="1750" spc="-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7E4F4F"/>
                </a:solidFill>
                <a:latin typeface="Arial"/>
                <a:cs typeface="Arial"/>
              </a:rPr>
              <a:t>B</a:t>
            </a:r>
            <a:r>
              <a:rPr dirty="0" sz="1750" spc="85">
                <a:solidFill>
                  <a:srgbClr val="7E4F4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834D49"/>
                </a:solidFill>
                <a:latin typeface="Arial"/>
                <a:cs typeface="Arial"/>
              </a:rPr>
              <a:t>in</a:t>
            </a:r>
            <a:r>
              <a:rPr dirty="0" sz="1750" spc="100">
                <a:solidFill>
                  <a:srgbClr val="834D49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dirty="0" sz="175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6E3B34"/>
                </a:solidFill>
                <a:latin typeface="Arial"/>
                <a:cs typeface="Arial"/>
              </a:rPr>
              <a:t>0</a:t>
            </a:r>
            <a:r>
              <a:rPr dirty="0" sz="1750" spc="-125">
                <a:solidFill>
                  <a:srgbClr val="6E3B34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7E463D"/>
                </a:solidFill>
                <a:latin typeface="Arial"/>
                <a:cs typeface="Arial"/>
              </a:rPr>
              <a:t>0.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0160" y="5232400"/>
            <a:ext cx="12171680" cy="284480"/>
            <a:chOff x="10160" y="5232400"/>
            <a:chExt cx="12171680" cy="284480"/>
          </a:xfrm>
        </p:grpSpPr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8960" y="5354320"/>
              <a:ext cx="1767839" cy="16255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02000" y="5273040"/>
              <a:ext cx="2448560" cy="233679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845040" y="5293360"/>
              <a:ext cx="1270000" cy="16255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0160" y="5232400"/>
              <a:ext cx="12171680" cy="284480"/>
            </a:xfrm>
            <a:custGeom>
              <a:avLst/>
              <a:gdLst/>
              <a:ahLst/>
              <a:cxnLst/>
              <a:rect l="l" t="t" r="r" b="b"/>
              <a:pathLst>
                <a:path w="12171680" h="284479">
                  <a:moveTo>
                    <a:pt x="12171680" y="284480"/>
                  </a:moveTo>
                  <a:lnTo>
                    <a:pt x="0" y="284480"/>
                  </a:lnTo>
                  <a:lnTo>
                    <a:pt x="0" y="0"/>
                  </a:lnTo>
                  <a:lnTo>
                    <a:pt x="12171680" y="0"/>
                  </a:lnTo>
                  <a:lnTo>
                    <a:pt x="12171680" y="284480"/>
                  </a:lnTo>
                  <a:close/>
                </a:path>
              </a:pathLst>
            </a:custGeom>
            <a:solidFill>
              <a:srgbClr val="422D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160" y="5190490"/>
            <a:ext cx="1217168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50355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AF8579"/>
                </a:solidFill>
                <a:latin typeface="Arial"/>
                <a:cs typeface="Arial"/>
              </a:rPr>
              <a:t>business</a:t>
            </a:r>
            <a:r>
              <a:rPr dirty="0" sz="1750" spc="-30">
                <a:solidFill>
                  <a:srgbClr val="AF8579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DDA183"/>
                </a:solidFill>
                <a:latin typeface="Arial"/>
                <a:cs typeface="Arial"/>
              </a:rPr>
              <a:t>models.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160" y="5567679"/>
            <a:ext cx="12181840" cy="264160"/>
            <a:chOff x="10160" y="5567679"/>
            <a:chExt cx="12181840" cy="264160"/>
          </a:xfrm>
        </p:grpSpPr>
        <p:pic>
          <p:nvPicPr>
            <p:cNvPr id="49" name="object 4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61200" y="5567679"/>
              <a:ext cx="1280159" cy="6095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75119" y="5648960"/>
              <a:ext cx="1666239" cy="12191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10000" y="5567679"/>
              <a:ext cx="1666239" cy="20320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160" y="5567679"/>
              <a:ext cx="12181840" cy="2641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96160"/>
            <a:ext cx="12192000" cy="456184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9119" y="701040"/>
            <a:ext cx="396240" cy="3962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3515" algn="l"/>
              </a:tabLst>
            </a:pPr>
            <a:r>
              <a:rPr dirty="0" sz="4600" spc="280">
                <a:solidFill>
                  <a:srgbClr val="363636"/>
                </a:solidFill>
                <a:latin typeface="Calibri"/>
                <a:cs typeface="Calibri"/>
              </a:rPr>
              <a:t>EVERY</a:t>
            </a:r>
            <a:r>
              <a:rPr dirty="0" sz="4600" spc="6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4600" spc="220">
                <a:solidFill>
                  <a:srgbClr val="313131"/>
                </a:solidFill>
                <a:latin typeface="Calibri"/>
                <a:cs typeface="Calibri"/>
              </a:rPr>
              <a:t>INDUSTRY</a:t>
            </a:r>
            <a:r>
              <a:rPr dirty="0" sz="4600">
                <a:solidFill>
                  <a:srgbClr val="313131"/>
                </a:solidFill>
                <a:latin typeface="Calibri"/>
                <a:cs typeface="Calibri"/>
              </a:rPr>
              <a:t>	</a:t>
            </a:r>
            <a:r>
              <a:rPr dirty="0" sz="4600" spc="180">
                <a:solidFill>
                  <a:srgbClr val="343434"/>
                </a:solidFill>
                <a:latin typeface="Calibri"/>
                <a:cs typeface="Calibri"/>
              </a:rPr>
              <a:t>SHIFTING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2021" y="1362709"/>
            <a:ext cx="989330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95">
                <a:solidFill>
                  <a:srgbClr val="343434"/>
                </a:solidFill>
                <a:latin typeface="Calibri"/>
                <a:cs typeface="Calibri"/>
              </a:rPr>
              <a:t>Leaders </a:t>
            </a:r>
            <a:r>
              <a:rPr dirty="0" sz="2250" spc="65">
                <a:solidFill>
                  <a:srgbClr val="343434"/>
                </a:solidFill>
                <a:latin typeface="Calibri"/>
                <a:cs typeface="Calibri"/>
              </a:rPr>
              <a:t>are</a:t>
            </a:r>
            <a:r>
              <a:rPr dirty="0" sz="2250" spc="1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114">
                <a:solidFill>
                  <a:srgbClr val="343434"/>
                </a:solidFill>
                <a:latin typeface="Calibri"/>
                <a:cs typeface="Calibri"/>
              </a:rPr>
              <a:t>creating</a:t>
            </a:r>
            <a:r>
              <a:rPr dirty="0" sz="2250" spc="8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343434"/>
                </a:solidFill>
                <a:latin typeface="Calibri"/>
                <a:cs typeface="Calibri"/>
              </a:rPr>
              <a:t>new</a:t>
            </a:r>
            <a:r>
              <a:rPr dirty="0" sz="2250" spc="2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85">
                <a:solidFill>
                  <a:srgbClr val="333333"/>
                </a:solidFill>
                <a:latin typeface="Calibri"/>
                <a:cs typeface="Calibri"/>
              </a:rPr>
              <a:t>experiences</a:t>
            </a:r>
            <a:r>
              <a:rPr dirty="0" sz="2250" spc="25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250" spc="12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dirty="0" sz="225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250" spc="60">
                <a:solidFill>
                  <a:srgbClr val="363636"/>
                </a:solidFill>
                <a:latin typeface="Calibri"/>
                <a:cs typeface="Calibri"/>
              </a:rPr>
              <a:t>a</a:t>
            </a:r>
            <a:r>
              <a:rPr dirty="0" sz="2250" spc="5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250" spc="75">
                <a:solidFill>
                  <a:srgbClr val="343434"/>
                </a:solidFill>
                <a:latin typeface="Calibri"/>
                <a:cs typeface="Calibri"/>
              </a:rPr>
              <a:t>new</a:t>
            </a:r>
            <a:r>
              <a:rPr dirty="0" sz="2250" spc="13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130">
                <a:solidFill>
                  <a:srgbClr val="313131"/>
                </a:solidFill>
                <a:latin typeface="Calibri"/>
                <a:cs typeface="Calibri"/>
              </a:rPr>
              <a:t>kind </a:t>
            </a:r>
            <a:r>
              <a:rPr dirty="0" sz="2250" spc="125">
                <a:solidFill>
                  <a:srgbClr val="383838"/>
                </a:solidFill>
                <a:latin typeface="Calibri"/>
                <a:cs typeface="Calibri"/>
              </a:rPr>
              <a:t>of</a:t>
            </a:r>
            <a:r>
              <a:rPr dirty="0" sz="2250" spc="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70">
                <a:solidFill>
                  <a:srgbClr val="343434"/>
                </a:solidFill>
                <a:latin typeface="Calibri"/>
                <a:cs typeface="Calibri"/>
              </a:rPr>
              <a:t>business</a:t>
            </a:r>
            <a:r>
              <a:rPr dirty="0" sz="2250" spc="19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75">
                <a:solidFill>
                  <a:srgbClr val="343434"/>
                </a:solidFill>
                <a:latin typeface="Calibri"/>
                <a:cs typeface="Calibri"/>
              </a:rPr>
              <a:t>model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56960"/>
            <a:ext cx="12181840" cy="35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4866640"/>
            <a:ext cx="12181840" cy="56895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9360" y="3129279"/>
            <a:ext cx="325120" cy="44704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5760" y="3129279"/>
            <a:ext cx="284480" cy="4470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3759" y="3119120"/>
            <a:ext cx="375920" cy="46735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51679" y="3129279"/>
            <a:ext cx="386079" cy="4470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69840" y="3129279"/>
            <a:ext cx="314960" cy="44704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35600" y="3129279"/>
            <a:ext cx="365760" cy="44704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22159" y="3129279"/>
            <a:ext cx="284479" cy="44704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65120" y="2397760"/>
            <a:ext cx="284480" cy="44704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62959" y="2397760"/>
            <a:ext cx="304800" cy="44704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721600" y="2397760"/>
            <a:ext cx="284479" cy="44704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56880" y="2387600"/>
            <a:ext cx="294640" cy="46735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60" y="10160"/>
            <a:ext cx="12181840" cy="64008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0160" y="853439"/>
            <a:ext cx="12181840" cy="40640"/>
            <a:chOff x="10160" y="853439"/>
            <a:chExt cx="12181840" cy="40640"/>
          </a:xfrm>
        </p:grpSpPr>
        <p:pic>
          <p:nvPicPr>
            <p:cNvPr id="17" name="object 1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60" y="853439"/>
              <a:ext cx="12181840" cy="4063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60" y="853439"/>
              <a:ext cx="12181840" cy="4063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10160" y="1046480"/>
            <a:ext cx="12181840" cy="40640"/>
            <a:chOff x="10160" y="1046480"/>
            <a:chExt cx="12181840" cy="40640"/>
          </a:xfrm>
        </p:grpSpPr>
        <p:pic>
          <p:nvPicPr>
            <p:cNvPr id="20" name="object 2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0" y="1046480"/>
              <a:ext cx="12181840" cy="4063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60" y="1046480"/>
              <a:ext cx="12181840" cy="40639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0160" y="1981200"/>
            <a:ext cx="12181840" cy="40640"/>
            <a:chOff x="10160" y="1981200"/>
            <a:chExt cx="12181840" cy="40640"/>
          </a:xfrm>
        </p:grpSpPr>
        <p:pic>
          <p:nvPicPr>
            <p:cNvPr id="23" name="object 2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60" y="1981200"/>
              <a:ext cx="12181840" cy="4063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60" y="1981200"/>
              <a:ext cx="12181840" cy="40639"/>
            </a:xfrm>
            <a:prstGeom prst="rect">
              <a:avLst/>
            </a:prstGeom>
          </p:spPr>
        </p:pic>
      </p:grpSp>
      <p:sp>
        <p:nvSpPr>
          <p:cNvPr id="25" name="object 25" descr=""/>
          <p:cNvSpPr/>
          <p:nvPr/>
        </p:nvSpPr>
        <p:spPr>
          <a:xfrm>
            <a:off x="2052320" y="2397760"/>
            <a:ext cx="701040" cy="436880"/>
          </a:xfrm>
          <a:custGeom>
            <a:avLst/>
            <a:gdLst/>
            <a:ahLst/>
            <a:cxnLst/>
            <a:rect l="l" t="t" r="r" b="b"/>
            <a:pathLst>
              <a:path w="701039" h="436880">
                <a:moveTo>
                  <a:pt x="701040" y="436880"/>
                </a:moveTo>
                <a:lnTo>
                  <a:pt x="0" y="436880"/>
                </a:lnTo>
                <a:lnTo>
                  <a:pt x="0" y="0"/>
                </a:lnTo>
                <a:lnTo>
                  <a:pt x="701040" y="0"/>
                </a:lnTo>
                <a:lnTo>
                  <a:pt x="701040" y="436880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2001520" y="3129279"/>
            <a:ext cx="81280" cy="447040"/>
            <a:chOff x="2001520" y="3129279"/>
            <a:chExt cx="81280" cy="447040"/>
          </a:xfrm>
        </p:grpSpPr>
        <p:pic>
          <p:nvPicPr>
            <p:cNvPr id="27" name="object 2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11680" y="3139439"/>
              <a:ext cx="60960" cy="42671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01520" y="3129279"/>
              <a:ext cx="81280" cy="447040"/>
            </a:xfrm>
            <a:prstGeom prst="rect">
              <a:avLst/>
            </a:prstGeom>
          </p:spPr>
        </p:pic>
      </p:grpSp>
      <p:sp>
        <p:nvSpPr>
          <p:cNvPr id="29" name="object 29" descr=""/>
          <p:cNvSpPr/>
          <p:nvPr/>
        </p:nvSpPr>
        <p:spPr>
          <a:xfrm>
            <a:off x="2184400" y="3119120"/>
            <a:ext cx="1148080" cy="457200"/>
          </a:xfrm>
          <a:custGeom>
            <a:avLst/>
            <a:gdLst/>
            <a:ahLst/>
            <a:cxnLst/>
            <a:rect l="l" t="t" r="r" b="b"/>
            <a:pathLst>
              <a:path w="1148079" h="457200">
                <a:moveTo>
                  <a:pt x="114808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148080" y="0"/>
                </a:lnTo>
                <a:lnTo>
                  <a:pt x="1148080" y="457200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738879" y="2387600"/>
            <a:ext cx="934719" cy="457200"/>
          </a:xfrm>
          <a:custGeom>
            <a:avLst/>
            <a:gdLst/>
            <a:ahLst/>
            <a:cxnLst/>
            <a:rect l="l" t="t" r="r" b="b"/>
            <a:pathLst>
              <a:path w="934720" h="457200">
                <a:moveTo>
                  <a:pt x="934719" y="457200"/>
                </a:moveTo>
                <a:lnTo>
                  <a:pt x="0" y="457200"/>
                </a:lnTo>
                <a:lnTo>
                  <a:pt x="0" y="0"/>
                </a:lnTo>
                <a:lnTo>
                  <a:pt x="934719" y="0"/>
                </a:lnTo>
                <a:lnTo>
                  <a:pt x="934719" y="457200"/>
                </a:lnTo>
                <a:close/>
              </a:path>
            </a:pathLst>
          </a:custGeom>
          <a:solidFill>
            <a:srgbClr val="4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3840479" y="3129279"/>
            <a:ext cx="619760" cy="436880"/>
          </a:xfrm>
          <a:custGeom>
            <a:avLst/>
            <a:gdLst/>
            <a:ahLst/>
            <a:cxnLst/>
            <a:rect l="l" t="t" r="r" b="b"/>
            <a:pathLst>
              <a:path w="619760" h="436879">
                <a:moveTo>
                  <a:pt x="619760" y="436880"/>
                </a:moveTo>
                <a:lnTo>
                  <a:pt x="0" y="436880"/>
                </a:lnTo>
                <a:lnTo>
                  <a:pt x="0" y="0"/>
                </a:lnTo>
                <a:lnTo>
                  <a:pt x="619760" y="0"/>
                </a:lnTo>
                <a:lnTo>
                  <a:pt x="619760" y="436880"/>
                </a:lnTo>
                <a:close/>
              </a:path>
            </a:pathLst>
          </a:custGeom>
          <a:solidFill>
            <a:srgbClr val="3636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2132634" y="2895600"/>
            <a:ext cx="2348230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3070" algn="l"/>
              </a:tabLst>
            </a:pPr>
            <a:r>
              <a:rPr dirty="0" sz="5100" spc="-450">
                <a:solidFill>
                  <a:srgbClr val="FFFFFF"/>
                </a:solidFill>
                <a:latin typeface="Arial"/>
                <a:cs typeface="Arial"/>
              </a:rPr>
              <a:t>NVE</a:t>
            </a:r>
            <a:r>
              <a:rPr dirty="0" sz="51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5000" spc="-735">
                <a:solidFill>
                  <a:srgbClr val="FFFFFF"/>
                </a:solidFill>
                <a:latin typeface="Arial"/>
                <a:cs typeface="Arial"/>
              </a:rPr>
              <a:t>TE</a:t>
            </a:r>
            <a:endParaRPr sz="50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4826000" y="2387600"/>
            <a:ext cx="1402080" cy="457200"/>
          </a:xfrm>
          <a:custGeom>
            <a:avLst/>
            <a:gdLst/>
            <a:ahLst/>
            <a:cxnLst/>
            <a:rect l="l" t="t" r="r" b="b"/>
            <a:pathLst>
              <a:path w="1402079" h="457200">
                <a:moveTo>
                  <a:pt x="140208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402080" y="0"/>
                </a:lnTo>
                <a:lnTo>
                  <a:pt x="1402080" y="457200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2036197" y="2164079"/>
            <a:ext cx="3767454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1160" algn="l"/>
              </a:tabLst>
            </a:pPr>
            <a:r>
              <a:rPr dirty="0" sz="4650" spc="-28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dirty="0" sz="46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5100" spc="-830">
                <a:solidFill>
                  <a:srgbClr val="FFFFFF"/>
                </a:solidFill>
                <a:latin typeface="Arial"/>
                <a:cs typeface="Arial"/>
              </a:rPr>
              <a:t>EST</a:t>
            </a:r>
            <a:r>
              <a:rPr dirty="0" sz="51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850" spc="-795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endParaRPr sz="485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309359" y="2387600"/>
            <a:ext cx="1127760" cy="457200"/>
          </a:xfrm>
          <a:custGeom>
            <a:avLst/>
            <a:gdLst/>
            <a:ahLst/>
            <a:cxnLst/>
            <a:rect l="l" t="t" r="r" b="b"/>
            <a:pathLst>
              <a:path w="1127759" h="457200">
                <a:moveTo>
                  <a:pt x="112776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127760" y="0"/>
                </a:lnTo>
                <a:lnTo>
                  <a:pt x="1127760" y="457200"/>
                </a:lnTo>
                <a:close/>
              </a:path>
            </a:pathLst>
          </a:custGeom>
          <a:solidFill>
            <a:srgbClr val="3D50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5902959" y="3119120"/>
            <a:ext cx="1137920" cy="457200"/>
          </a:xfrm>
          <a:custGeom>
            <a:avLst/>
            <a:gdLst/>
            <a:ahLst/>
            <a:cxnLst/>
            <a:rect l="l" t="t" r="r" b="b"/>
            <a:pathLst>
              <a:path w="1137920" h="457200">
                <a:moveTo>
                  <a:pt x="113792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137920" y="0"/>
                </a:lnTo>
                <a:lnTo>
                  <a:pt x="1137920" y="45720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7548880" y="2397760"/>
            <a:ext cx="81280" cy="447040"/>
            <a:chOff x="7548880" y="2397760"/>
            <a:chExt cx="81280" cy="447040"/>
          </a:xfrm>
        </p:grpSpPr>
        <p:pic>
          <p:nvPicPr>
            <p:cNvPr id="38" name="object 3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559040" y="2407920"/>
              <a:ext cx="60959" cy="42671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548880" y="2397760"/>
              <a:ext cx="81279" cy="447040"/>
            </a:xfrm>
            <a:prstGeom prst="rect">
              <a:avLst/>
            </a:prstGeom>
          </p:spPr>
        </p:pic>
      </p:grpSp>
      <p:sp>
        <p:nvSpPr>
          <p:cNvPr id="40" name="object 40" descr=""/>
          <p:cNvSpPr/>
          <p:nvPr/>
        </p:nvSpPr>
        <p:spPr>
          <a:xfrm>
            <a:off x="8544559" y="2387600"/>
            <a:ext cx="1554480" cy="457200"/>
          </a:xfrm>
          <a:custGeom>
            <a:avLst/>
            <a:gdLst/>
            <a:ahLst/>
            <a:cxnLst/>
            <a:rect l="l" t="t" r="r" b="b"/>
            <a:pathLst>
              <a:path w="1554479" h="457200">
                <a:moveTo>
                  <a:pt x="155448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554480" y="0"/>
                </a:lnTo>
                <a:lnTo>
                  <a:pt x="1554480" y="457200"/>
                </a:lnTo>
                <a:close/>
              </a:path>
            </a:pathLst>
          </a:custGeom>
          <a:solidFill>
            <a:srgbClr val="667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6255969" y="2145029"/>
            <a:ext cx="3853179" cy="825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4090" algn="l"/>
              </a:tabLst>
            </a:pPr>
            <a:r>
              <a:rPr dirty="0" sz="5200" spc="-530"/>
              <a:t>PAN</a:t>
            </a:r>
            <a:r>
              <a:rPr dirty="0" sz="5200"/>
              <a:t>	</a:t>
            </a:r>
            <a:r>
              <a:rPr dirty="0" sz="5250" spc="-455"/>
              <a:t>HAVE</a:t>
            </a:r>
            <a:endParaRPr sz="5250"/>
          </a:p>
        </p:txBody>
      </p:sp>
      <p:sp>
        <p:nvSpPr>
          <p:cNvPr id="42" name="object 42" descr=""/>
          <p:cNvSpPr/>
          <p:nvPr/>
        </p:nvSpPr>
        <p:spPr>
          <a:xfrm>
            <a:off x="7477759" y="3119120"/>
            <a:ext cx="3515360" cy="457200"/>
          </a:xfrm>
          <a:custGeom>
            <a:avLst/>
            <a:gdLst/>
            <a:ahLst/>
            <a:cxnLst/>
            <a:rect l="l" t="t" r="r" b="b"/>
            <a:pathLst>
              <a:path w="3515359" h="457200">
                <a:moveTo>
                  <a:pt x="3515360" y="457200"/>
                </a:moveTo>
                <a:lnTo>
                  <a:pt x="0" y="457200"/>
                </a:lnTo>
                <a:lnTo>
                  <a:pt x="0" y="0"/>
                </a:lnTo>
                <a:lnTo>
                  <a:pt x="3515360" y="0"/>
                </a:lnTo>
                <a:lnTo>
                  <a:pt x="3515360" y="457200"/>
                </a:lnTo>
                <a:close/>
              </a:path>
            </a:pathLst>
          </a:custGeom>
          <a:solidFill>
            <a:srgbClr val="36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5846023" y="2876550"/>
            <a:ext cx="512191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2580" algn="l"/>
                <a:tab pos="3461385" algn="l"/>
              </a:tabLst>
            </a:pPr>
            <a:r>
              <a:rPr dirty="0" sz="5100" spc="-25">
                <a:solidFill>
                  <a:srgbClr val="FFFFFF"/>
                </a:solidFill>
                <a:latin typeface="Calibri"/>
                <a:cs typeface="Calibri"/>
              </a:rPr>
              <a:t>EMS</a:t>
            </a:r>
            <a:r>
              <a:rPr dirty="0" sz="51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5250" spc="-765">
                <a:solidFill>
                  <a:srgbClr val="FFFFFF"/>
                </a:solidFill>
                <a:latin typeface="Arial"/>
                <a:cs typeface="Arial"/>
              </a:rPr>
              <a:t>LVES</a:t>
            </a:r>
            <a:r>
              <a:rPr dirty="0" sz="52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5250" spc="-645">
                <a:solidFill>
                  <a:srgbClr val="FFFFFF"/>
                </a:solidFill>
                <a:latin typeface="Arial"/>
                <a:cs typeface="Arial"/>
              </a:rPr>
              <a:t>AWAY</a:t>
            </a:r>
            <a:endParaRPr sz="5250">
              <a:latin typeface="Arial"/>
              <a:cs typeface="Aria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586479" y="3850640"/>
            <a:ext cx="5039360" cy="457200"/>
          </a:xfrm>
          <a:custGeom>
            <a:avLst/>
            <a:gdLst/>
            <a:ahLst/>
            <a:cxnLst/>
            <a:rect l="l" t="t" r="r" b="b"/>
            <a:pathLst>
              <a:path w="5039359" h="457200">
                <a:moveTo>
                  <a:pt x="5039360" y="457200"/>
                </a:moveTo>
                <a:lnTo>
                  <a:pt x="0" y="457200"/>
                </a:lnTo>
                <a:lnTo>
                  <a:pt x="0" y="0"/>
                </a:lnTo>
                <a:lnTo>
                  <a:pt x="5039360" y="0"/>
                </a:lnTo>
                <a:lnTo>
                  <a:pt x="5039360" y="457200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3531870" y="3639820"/>
            <a:ext cx="503428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26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5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0" spc="-509">
                <a:solidFill>
                  <a:srgbClr val="FFFFFF"/>
                </a:solidFill>
                <a:latin typeface="Arial"/>
                <a:cs typeface="Arial"/>
              </a:rPr>
              <a:t>PRODUCTS</a:t>
            </a:r>
            <a:endParaRPr sz="5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56960"/>
            <a:ext cx="12181840" cy="35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1381760"/>
            <a:ext cx="12181840" cy="56895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275839" y="2123439"/>
            <a:ext cx="7660640" cy="457200"/>
          </a:xfrm>
          <a:custGeom>
            <a:avLst/>
            <a:gdLst/>
            <a:ahLst/>
            <a:cxnLst/>
            <a:rect l="l" t="t" r="r" b="b"/>
            <a:pathLst>
              <a:path w="7660640" h="457200">
                <a:moveTo>
                  <a:pt x="7660640" y="457200"/>
                </a:moveTo>
                <a:lnTo>
                  <a:pt x="0" y="457200"/>
                </a:lnTo>
                <a:lnTo>
                  <a:pt x="0" y="0"/>
                </a:lnTo>
                <a:lnTo>
                  <a:pt x="7660640" y="0"/>
                </a:lnTo>
                <a:lnTo>
                  <a:pt x="7660640" y="457200"/>
                </a:lnTo>
                <a:close/>
              </a:path>
            </a:pathLst>
          </a:custGeom>
          <a:solidFill>
            <a:srgbClr val="344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20709" y="1906270"/>
            <a:ext cx="7688580" cy="795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50" spc="-459"/>
              <a:t>FORTUNE</a:t>
            </a:r>
            <a:r>
              <a:rPr dirty="0" sz="5050" spc="260"/>
              <a:t> </a:t>
            </a:r>
            <a:r>
              <a:rPr dirty="0" sz="5050" spc="-10"/>
              <a:t>500</a:t>
            </a:r>
            <a:r>
              <a:rPr dirty="0" sz="5050" spc="-195"/>
              <a:t> </a:t>
            </a:r>
            <a:r>
              <a:rPr dirty="0" sz="5050" spc="-320"/>
              <a:t>COMPANIES</a:t>
            </a:r>
            <a:endParaRPr sz="5050"/>
          </a:p>
        </p:txBody>
      </p:sp>
      <p:sp>
        <p:nvSpPr>
          <p:cNvPr id="6" name="object 6" descr=""/>
          <p:cNvSpPr/>
          <p:nvPr/>
        </p:nvSpPr>
        <p:spPr>
          <a:xfrm>
            <a:off x="3220720" y="2844800"/>
            <a:ext cx="5770880" cy="457200"/>
          </a:xfrm>
          <a:custGeom>
            <a:avLst/>
            <a:gdLst/>
            <a:ahLst/>
            <a:cxnLst/>
            <a:rect l="l" t="t" r="r" b="b"/>
            <a:pathLst>
              <a:path w="5770880" h="457200">
                <a:moveTo>
                  <a:pt x="5770880" y="457200"/>
                </a:moveTo>
                <a:lnTo>
                  <a:pt x="0" y="457200"/>
                </a:lnTo>
                <a:lnTo>
                  <a:pt x="0" y="0"/>
                </a:lnTo>
                <a:lnTo>
                  <a:pt x="5770880" y="0"/>
                </a:lnTo>
                <a:lnTo>
                  <a:pt x="5770880" y="457200"/>
                </a:lnTo>
                <a:close/>
              </a:path>
            </a:pathLst>
          </a:custGeom>
          <a:solidFill>
            <a:srgbClr val="3646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164687" y="2608579"/>
            <a:ext cx="578802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43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52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200" spc="-520">
                <a:solidFill>
                  <a:srgbClr val="FFFFFF"/>
                </a:solidFill>
                <a:latin typeface="Arial"/>
                <a:cs typeface="Arial"/>
              </a:rPr>
              <a:t>DISAPPEARED</a:t>
            </a:r>
            <a:endParaRPr sz="5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160" y="4368800"/>
            <a:ext cx="12181840" cy="254000"/>
            <a:chOff x="10160" y="4368800"/>
            <a:chExt cx="12181840" cy="25400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08719" y="4368800"/>
              <a:ext cx="1666239" cy="2540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2960" y="4439919"/>
              <a:ext cx="1666239" cy="18288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2399" y="4368800"/>
              <a:ext cx="1666239" cy="2540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0" y="4368800"/>
              <a:ext cx="12181840" cy="254000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10160" y="4907279"/>
            <a:ext cx="12171680" cy="294640"/>
            <a:chOff x="10160" y="4907279"/>
            <a:chExt cx="12171680" cy="29464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2319" y="4907279"/>
              <a:ext cx="4500880" cy="28448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0160" y="4907279"/>
              <a:ext cx="12171680" cy="294640"/>
            </a:xfrm>
            <a:custGeom>
              <a:avLst/>
              <a:gdLst/>
              <a:ahLst/>
              <a:cxnLst/>
              <a:rect l="l" t="t" r="r" b="b"/>
              <a:pathLst>
                <a:path w="12171680" h="294639">
                  <a:moveTo>
                    <a:pt x="12171680" y="294640"/>
                  </a:moveTo>
                  <a:lnTo>
                    <a:pt x="0" y="294640"/>
                  </a:lnTo>
                  <a:lnTo>
                    <a:pt x="0" y="0"/>
                  </a:lnTo>
                  <a:lnTo>
                    <a:pt x="12171680" y="0"/>
                  </a:lnTo>
                  <a:lnTo>
                    <a:pt x="12171680" y="294640"/>
                  </a:lnTo>
                  <a:close/>
                </a:path>
              </a:pathLst>
            </a:custGeom>
            <a:solidFill>
              <a:srgbClr val="3649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903659" y="4826000"/>
            <a:ext cx="11156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935" algn="l"/>
              </a:tabLst>
            </a:pPr>
            <a:r>
              <a:rPr dirty="0" sz="2300" spc="75" i="1">
                <a:solidFill>
                  <a:srgbClr val="FFFFFF"/>
                </a:solidFill>
                <a:latin typeface="Calibri"/>
                <a:cs typeface="Calibri"/>
              </a:rPr>
              <a:t>Ave</a:t>
            </a:r>
            <a:r>
              <a:rPr dirty="0" sz="2300" i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300" spc="60" i="1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177341" y="4826000"/>
            <a:ext cx="32232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i="1">
                <a:solidFill>
                  <a:srgbClr val="FFFFFF"/>
                </a:solidFill>
                <a:latin typeface="Calibri"/>
                <a:cs typeface="Calibri"/>
              </a:rPr>
              <a:t>i fe</a:t>
            </a:r>
            <a:r>
              <a:rPr dirty="0" sz="2300" spc="1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170" i="1">
                <a:solidFill>
                  <a:srgbClr val="FFFFFF"/>
                </a:solidFill>
                <a:latin typeface="Calibri"/>
                <a:cs typeface="Calibri"/>
              </a:rPr>
              <a:t>expectancy</a:t>
            </a:r>
            <a:r>
              <a:rPr dirty="0" sz="2300" spc="1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90" i="1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r>
              <a:rPr dirty="0" sz="23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114" i="1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67120"/>
            <a:ext cx="12181840" cy="34544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2560320"/>
            <a:ext cx="12181840" cy="67055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" y="489204"/>
            <a:ext cx="1697989" cy="0"/>
          </a:xfrm>
          <a:custGeom>
            <a:avLst/>
            <a:gdLst/>
            <a:ahLst/>
            <a:cxnLst/>
            <a:rect l="l" t="t" r="r" b="b"/>
            <a:pathLst>
              <a:path w="1697989" h="0">
                <a:moveTo>
                  <a:pt x="0" y="0"/>
                </a:moveTo>
                <a:lnTo>
                  <a:pt x="1697736" y="0"/>
                </a:lnTo>
              </a:path>
            </a:pathLst>
          </a:custGeom>
          <a:ln w="21336">
            <a:solidFill>
              <a:srgbClr val="7067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0480" y="20320"/>
            <a:ext cx="12161520" cy="123189"/>
            <a:chOff x="30480" y="20320"/>
            <a:chExt cx="12161520" cy="123189"/>
          </a:xfrm>
        </p:grpSpPr>
        <p:sp>
          <p:nvSpPr>
            <p:cNvPr id="6" name="object 6" descr=""/>
            <p:cNvSpPr/>
            <p:nvPr/>
          </p:nvSpPr>
          <p:spPr>
            <a:xfrm>
              <a:off x="30480" y="132588"/>
              <a:ext cx="1027430" cy="0"/>
            </a:xfrm>
            <a:custGeom>
              <a:avLst/>
              <a:gdLst/>
              <a:ahLst/>
              <a:cxnLst/>
              <a:rect l="l" t="t" r="r" b="b"/>
              <a:pathLst>
                <a:path w="1027430" h="0">
                  <a:moveTo>
                    <a:pt x="0" y="0"/>
                  </a:moveTo>
                  <a:lnTo>
                    <a:pt x="1027176" y="0"/>
                  </a:lnTo>
                </a:path>
              </a:pathLst>
            </a:custGeom>
            <a:ln w="21336">
              <a:solidFill>
                <a:srgbClr val="70676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00" y="20320"/>
              <a:ext cx="12141200" cy="12293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0" y="20320"/>
              <a:ext cx="12141200" cy="60959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60" y="1280160"/>
            <a:ext cx="12181840" cy="30479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0160" y="325120"/>
            <a:ext cx="12181840" cy="60960"/>
            <a:chOff x="10160" y="325120"/>
            <a:chExt cx="12181840" cy="60960"/>
          </a:xfrm>
        </p:grpSpPr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0" y="325120"/>
              <a:ext cx="12181840" cy="6096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60" y="325120"/>
              <a:ext cx="12181840" cy="60960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1757679" y="467359"/>
            <a:ext cx="10434320" cy="60960"/>
            <a:chOff x="1757679" y="467359"/>
            <a:chExt cx="10434320" cy="60960"/>
          </a:xfrm>
        </p:grpSpPr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7679" y="467359"/>
              <a:ext cx="10434320" cy="6096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57679" y="467359"/>
              <a:ext cx="10434320" cy="60960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10160" y="1280160"/>
            <a:ext cx="12181840" cy="81280"/>
            <a:chOff x="10160" y="1280160"/>
            <a:chExt cx="12181840" cy="81280"/>
          </a:xfrm>
        </p:grpSpPr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60" y="1280160"/>
              <a:ext cx="12181840" cy="8127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0" y="1320800"/>
              <a:ext cx="12181840" cy="4063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10160" y="1422400"/>
            <a:ext cx="12181840" cy="60960"/>
            <a:chOff x="10160" y="1422400"/>
            <a:chExt cx="12181840" cy="60960"/>
          </a:xfrm>
        </p:grpSpPr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60" y="1422400"/>
              <a:ext cx="12181840" cy="6096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60" y="1422400"/>
              <a:ext cx="12181840" cy="60960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0160" y="1645920"/>
            <a:ext cx="12181840" cy="81280"/>
            <a:chOff x="10160" y="1645920"/>
            <a:chExt cx="12181840" cy="81280"/>
          </a:xfrm>
        </p:grpSpPr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60" y="1645920"/>
              <a:ext cx="12181840" cy="8127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60" y="1645920"/>
              <a:ext cx="12181840" cy="81279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10160" y="2072639"/>
            <a:ext cx="12181840" cy="40640"/>
            <a:chOff x="10160" y="2072639"/>
            <a:chExt cx="12181840" cy="40640"/>
          </a:xfrm>
        </p:grpSpPr>
        <p:pic>
          <p:nvPicPr>
            <p:cNvPr id="26" name="object 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60" y="2072639"/>
              <a:ext cx="12181840" cy="406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0" y="2072639"/>
              <a:ext cx="12181840" cy="40639"/>
            </a:xfrm>
            <a:prstGeom prst="rect">
              <a:avLst/>
            </a:prstGeom>
          </p:spPr>
        </p:pic>
      </p:grpSp>
      <p:sp>
        <p:nvSpPr>
          <p:cNvPr id="28" name="object 28" descr=""/>
          <p:cNvSpPr/>
          <p:nvPr/>
        </p:nvSpPr>
        <p:spPr>
          <a:xfrm>
            <a:off x="2936239" y="2661920"/>
            <a:ext cx="6258560" cy="558800"/>
          </a:xfrm>
          <a:custGeom>
            <a:avLst/>
            <a:gdLst/>
            <a:ahLst/>
            <a:cxnLst/>
            <a:rect l="l" t="t" r="r" b="b"/>
            <a:pathLst>
              <a:path w="6258559" h="558800">
                <a:moveTo>
                  <a:pt x="6258560" y="558800"/>
                </a:moveTo>
                <a:lnTo>
                  <a:pt x="0" y="558800"/>
                </a:lnTo>
                <a:lnTo>
                  <a:pt x="0" y="0"/>
                </a:lnTo>
                <a:lnTo>
                  <a:pt x="6258560" y="0"/>
                </a:lnTo>
                <a:lnTo>
                  <a:pt x="6258560" y="558800"/>
                </a:lnTo>
                <a:close/>
              </a:path>
            </a:pathLst>
          </a:custGeom>
          <a:solidFill>
            <a:srgbClr val="AA9C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2933280" y="2362200"/>
            <a:ext cx="6195695" cy="955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00" spc="-795"/>
              <a:t>GENERAL</a:t>
            </a:r>
            <a:r>
              <a:rPr dirty="0" sz="6100" spc="55"/>
              <a:t> </a:t>
            </a:r>
            <a:r>
              <a:rPr dirty="0" sz="6100" spc="-885"/>
              <a:t>ELECTRIC</a:t>
            </a:r>
            <a:endParaRPr sz="6100"/>
          </a:p>
        </p:txBody>
      </p:sp>
      <p:sp>
        <p:nvSpPr>
          <p:cNvPr id="30" name="object 30" descr=""/>
          <p:cNvSpPr/>
          <p:nvPr/>
        </p:nvSpPr>
        <p:spPr>
          <a:xfrm>
            <a:off x="10160" y="3525520"/>
            <a:ext cx="12171680" cy="487680"/>
          </a:xfrm>
          <a:custGeom>
            <a:avLst/>
            <a:gdLst/>
            <a:ahLst/>
            <a:cxnLst/>
            <a:rect l="l" t="t" r="r" b="b"/>
            <a:pathLst>
              <a:path w="12171680" h="487679">
                <a:moveTo>
                  <a:pt x="12171680" y="487680"/>
                </a:moveTo>
                <a:lnTo>
                  <a:pt x="0" y="487680"/>
                </a:lnTo>
                <a:lnTo>
                  <a:pt x="0" y="0"/>
                </a:lnTo>
                <a:lnTo>
                  <a:pt x="12171680" y="0"/>
                </a:lnTo>
                <a:lnTo>
                  <a:pt x="12171680" y="487680"/>
                </a:lnTo>
                <a:close/>
              </a:path>
            </a:pathLst>
          </a:custGeom>
          <a:solidFill>
            <a:srgbClr val="AC8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939973" y="3429000"/>
            <a:ext cx="627697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33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light</a:t>
            </a:r>
            <a:r>
              <a:rPr dirty="0" sz="33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-40">
                <a:solidFill>
                  <a:srgbClr val="FFFFFF"/>
                </a:solidFill>
                <a:latin typeface="Arial"/>
                <a:cs typeface="Arial"/>
              </a:rPr>
              <a:t>bulbs</a:t>
            </a:r>
            <a:r>
              <a:rPr dirty="0" sz="3300" spc="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9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33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3300" spc="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-1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0160" y="4389120"/>
            <a:ext cx="12181840" cy="162560"/>
            <a:chOff x="10160" y="4389120"/>
            <a:chExt cx="12181840" cy="162560"/>
          </a:xfrm>
        </p:grpSpPr>
        <p:pic>
          <p:nvPicPr>
            <p:cNvPr id="33" name="object 3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60" y="4389120"/>
              <a:ext cx="12181840" cy="8128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60" y="4389120"/>
              <a:ext cx="12181840" cy="8128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60" y="4511040"/>
              <a:ext cx="12181840" cy="4063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60" y="4511040"/>
              <a:ext cx="12181840" cy="40639"/>
            </a:xfrm>
            <a:prstGeom prst="rect">
              <a:avLst/>
            </a:prstGeom>
          </p:spPr>
        </p:pic>
      </p:grpSp>
      <p:sp>
        <p:nvSpPr>
          <p:cNvPr id="37" name="object 37" descr=""/>
          <p:cNvSpPr/>
          <p:nvPr/>
        </p:nvSpPr>
        <p:spPr>
          <a:xfrm>
            <a:off x="10160" y="4643120"/>
            <a:ext cx="12171680" cy="345440"/>
          </a:xfrm>
          <a:custGeom>
            <a:avLst/>
            <a:gdLst/>
            <a:ahLst/>
            <a:cxnLst/>
            <a:rect l="l" t="t" r="r" b="b"/>
            <a:pathLst>
              <a:path w="12171680" h="345439">
                <a:moveTo>
                  <a:pt x="12171680" y="345440"/>
                </a:moveTo>
                <a:lnTo>
                  <a:pt x="0" y="345440"/>
                </a:lnTo>
                <a:lnTo>
                  <a:pt x="0" y="0"/>
                </a:lnTo>
                <a:lnTo>
                  <a:pt x="12171680" y="0"/>
                </a:lnTo>
                <a:lnTo>
                  <a:pt x="12171680" y="345440"/>
                </a:lnTo>
                <a:close/>
              </a:path>
            </a:pathLst>
          </a:custGeom>
          <a:solidFill>
            <a:srgbClr val="9770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2531078" y="4591050"/>
            <a:ext cx="702564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6385" algn="l"/>
                <a:tab pos="3495040" algn="l"/>
              </a:tabLst>
            </a:pPr>
            <a:r>
              <a:rPr dirty="0" sz="2150" i="1">
                <a:solidFill>
                  <a:srgbClr val="FFFFFF"/>
                </a:solidFill>
                <a:latin typeface="Arial"/>
                <a:cs typeface="Arial"/>
              </a:rPr>
              <a:t>"The</a:t>
            </a:r>
            <a:r>
              <a:rPr dirty="0" sz="2150" spc="114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dfgltoÍ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 i="1">
                <a:solidFill>
                  <a:srgbClr val="FFFFFF"/>
                </a:solidFill>
                <a:latin typeface="Arial"/>
                <a:cs typeface="Arial"/>
              </a:rPr>
              <a:t>company.</a:t>
            </a:r>
            <a:r>
              <a:rPr dirty="0" sz="2150" i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150" spc="-25" i="1">
                <a:solidFill>
                  <a:srgbClr val="FFFFFF"/>
                </a:solidFill>
                <a:latin typeface="Arial"/>
                <a:cs typeface="Arial"/>
              </a:rPr>
              <a:t>/Îì</a:t>
            </a:r>
            <a:r>
              <a:rPr dirty="0" sz="2150" spc="-30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40" i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2150" spc="-3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0" i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150" i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150" spc="-355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15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85" i="1">
                <a:solidFill>
                  <a:srgbClr val="FFFFFF"/>
                </a:solidFill>
                <a:latin typeface="Arial"/>
                <a:cs typeface="Arial"/>
              </a:rPr>
              <a:t>Olso</a:t>
            </a:r>
            <a:r>
              <a:rPr dirty="0" sz="2150" spc="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50" i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150" spc="2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0" i="1">
                <a:solidFill>
                  <a:srgbClr val="FFFFFF"/>
                </a:solidFill>
                <a:latin typeface="Arial"/>
                <a:cs typeface="Arial"/>
              </a:rPr>
              <a:t>İndus</a:t>
            </a:r>
            <a:r>
              <a:rPr dirty="0" sz="2150" spc="-3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0" i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150" spc="-3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0" i="1">
                <a:solidFill>
                  <a:srgbClr val="FFFFFF"/>
                </a:solidFill>
                <a:latin typeface="Arial"/>
                <a:cs typeface="Arial"/>
              </a:rPr>
              <a:t>rİOl</a:t>
            </a:r>
            <a:r>
              <a:rPr dirty="0" sz="2150" spc="10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60" i="1">
                <a:solidFill>
                  <a:srgbClr val="FFFFFF"/>
                </a:solidFill>
                <a:latin typeface="Arial"/>
                <a:cs typeface="Arial"/>
              </a:rPr>
              <a:t>comeOne’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56960"/>
            <a:ext cx="12181840" cy="35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2712720"/>
            <a:ext cx="12181840" cy="5588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0160" y="3718559"/>
            <a:ext cx="12171680" cy="487680"/>
          </a:xfrm>
          <a:custGeom>
            <a:avLst/>
            <a:gdLst/>
            <a:ahLst/>
            <a:cxnLst/>
            <a:rect l="l" t="t" r="r" b="b"/>
            <a:pathLst>
              <a:path w="12171680" h="487679">
                <a:moveTo>
                  <a:pt x="12171680" y="487680"/>
                </a:moveTo>
                <a:lnTo>
                  <a:pt x="0" y="487680"/>
                </a:lnTo>
                <a:lnTo>
                  <a:pt x="0" y="0"/>
                </a:lnTo>
                <a:lnTo>
                  <a:pt x="12171680" y="0"/>
                </a:lnTo>
                <a:lnTo>
                  <a:pt x="12171680" y="487680"/>
                </a:lnTo>
                <a:close/>
              </a:path>
            </a:pathLst>
          </a:custGeom>
          <a:solidFill>
            <a:srgbClr val="5B6E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42914" y="3628390"/>
            <a:ext cx="3486785" cy="520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 spc="110">
                <a:latin typeface="Calibri"/>
                <a:cs typeface="Calibri"/>
              </a:rPr>
              <a:t>The</a:t>
            </a:r>
            <a:r>
              <a:rPr dirty="0" sz="3250" spc="114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new</a:t>
            </a:r>
            <a:r>
              <a:rPr dirty="0" sz="3250" spc="235">
                <a:latin typeface="Calibri"/>
                <a:cs typeface="Calibri"/>
              </a:rPr>
              <a:t> </a:t>
            </a:r>
            <a:r>
              <a:rPr dirty="0" sz="3250" spc="65">
                <a:latin typeface="Calibri"/>
                <a:cs typeface="Calibri"/>
              </a:rPr>
              <a:t>disruptors</a:t>
            </a:r>
            <a:endParaRPr sz="32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160" y="5506720"/>
            <a:ext cx="12181840" cy="81280"/>
            <a:chOff x="10160" y="5506720"/>
            <a:chExt cx="12181840" cy="8128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0" y="5506720"/>
              <a:ext cx="12181840" cy="8128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60" y="5506720"/>
              <a:ext cx="12181840" cy="81280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0160" y="5689600"/>
            <a:ext cx="12181840" cy="40640"/>
            <a:chOff x="10160" y="5689600"/>
            <a:chExt cx="12181840" cy="4064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49840" y="5689600"/>
              <a:ext cx="1666240" cy="4064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1039" y="5689600"/>
              <a:ext cx="6624319" cy="4064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080" y="5689600"/>
              <a:ext cx="2255520" cy="406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0" y="5689600"/>
              <a:ext cx="12181840" cy="406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67120"/>
            <a:ext cx="12181840" cy="34544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1280" y="3169920"/>
            <a:ext cx="528319" cy="44704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3440" y="3180079"/>
            <a:ext cx="294639" cy="43688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53279" y="3169920"/>
            <a:ext cx="284479" cy="4470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20000" y="3169920"/>
            <a:ext cx="375920" cy="44704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8991600" y="3606800"/>
            <a:ext cx="317500" cy="11430"/>
          </a:xfrm>
          <a:custGeom>
            <a:avLst/>
            <a:gdLst/>
            <a:ahLst/>
            <a:cxnLst/>
            <a:rect l="l" t="t" r="r" b="b"/>
            <a:pathLst>
              <a:path w="317500" h="11429">
                <a:moveTo>
                  <a:pt x="0" y="11175"/>
                </a:moveTo>
                <a:lnTo>
                  <a:pt x="316992" y="11175"/>
                </a:lnTo>
                <a:lnTo>
                  <a:pt x="316992" y="0"/>
                </a:lnTo>
                <a:lnTo>
                  <a:pt x="0" y="0"/>
                </a:lnTo>
                <a:lnTo>
                  <a:pt x="0" y="1117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940560" y="3169920"/>
            <a:ext cx="1127760" cy="447040"/>
            <a:chOff x="1940560" y="3169920"/>
            <a:chExt cx="1127760" cy="44704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40560" y="3169920"/>
              <a:ext cx="1127760" cy="44704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0560" y="3169920"/>
              <a:ext cx="1127760" cy="44704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3241039" y="3169920"/>
            <a:ext cx="81280" cy="447040"/>
            <a:chOff x="3241039" y="3169920"/>
            <a:chExt cx="81280" cy="447040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1039" y="3169920"/>
              <a:ext cx="81279" cy="4470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41039" y="3169920"/>
              <a:ext cx="81279" cy="447040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3840479" y="3169920"/>
            <a:ext cx="701040" cy="436880"/>
          </a:xfrm>
          <a:custGeom>
            <a:avLst/>
            <a:gdLst/>
            <a:ahLst/>
            <a:cxnLst/>
            <a:rect l="l" t="t" r="r" b="b"/>
            <a:pathLst>
              <a:path w="701039" h="436879">
                <a:moveTo>
                  <a:pt x="701040" y="436880"/>
                </a:moveTo>
                <a:lnTo>
                  <a:pt x="0" y="436880"/>
                </a:lnTo>
                <a:lnTo>
                  <a:pt x="0" y="0"/>
                </a:lnTo>
                <a:lnTo>
                  <a:pt x="701040" y="0"/>
                </a:lnTo>
                <a:lnTo>
                  <a:pt x="701040" y="436880"/>
                </a:lnTo>
                <a:close/>
              </a:path>
            </a:pathLst>
          </a:custGeom>
          <a:solidFill>
            <a:srgbClr val="829E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120640" y="3169920"/>
            <a:ext cx="2418080" cy="436880"/>
          </a:xfrm>
          <a:custGeom>
            <a:avLst/>
            <a:gdLst/>
            <a:ahLst/>
            <a:cxnLst/>
            <a:rect l="l" t="t" r="r" b="b"/>
            <a:pathLst>
              <a:path w="2418079" h="436879">
                <a:moveTo>
                  <a:pt x="2418080" y="436880"/>
                </a:moveTo>
                <a:lnTo>
                  <a:pt x="0" y="436880"/>
                </a:lnTo>
                <a:lnTo>
                  <a:pt x="0" y="0"/>
                </a:lnTo>
                <a:lnTo>
                  <a:pt x="2418080" y="0"/>
                </a:lnTo>
                <a:lnTo>
                  <a:pt x="2418080" y="436880"/>
                </a:lnTo>
                <a:close/>
              </a:path>
            </a:pathLst>
          </a:custGeom>
          <a:solidFill>
            <a:srgbClr val="2F4B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822896" y="2923540"/>
            <a:ext cx="371602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6350" algn="l"/>
              </a:tabLst>
            </a:pPr>
            <a:r>
              <a:rPr dirty="0" sz="5150" spc="-615"/>
              <a:t>TH</a:t>
            </a:r>
            <a:r>
              <a:rPr dirty="0" sz="5150"/>
              <a:t>	</a:t>
            </a:r>
            <a:r>
              <a:rPr dirty="0" sz="5200" spc="95">
                <a:latin typeface="Calibri"/>
                <a:cs typeface="Calibri"/>
              </a:rPr>
              <a:t>COMMO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178800" y="3169920"/>
            <a:ext cx="711200" cy="447040"/>
            <a:chOff x="8178800" y="3169920"/>
            <a:chExt cx="711200" cy="447040"/>
          </a:xfrm>
        </p:grpSpPr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78800" y="3169920"/>
              <a:ext cx="711200" cy="44704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78800" y="3169920"/>
              <a:ext cx="711200" cy="447040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8991600" y="3169920"/>
            <a:ext cx="314960" cy="436880"/>
          </a:xfrm>
          <a:custGeom>
            <a:avLst/>
            <a:gdLst/>
            <a:ahLst/>
            <a:cxnLst/>
            <a:rect l="l" t="t" r="r" b="b"/>
            <a:pathLst>
              <a:path w="314959" h="436879">
                <a:moveTo>
                  <a:pt x="314960" y="436880"/>
                </a:moveTo>
                <a:lnTo>
                  <a:pt x="0" y="436880"/>
                </a:lnTo>
                <a:lnTo>
                  <a:pt x="0" y="0"/>
                </a:lnTo>
                <a:lnTo>
                  <a:pt x="314960" y="0"/>
                </a:lnTo>
                <a:lnTo>
                  <a:pt x="314960" y="436880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8922213" y="2876550"/>
            <a:ext cx="388620" cy="88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50" spc="-1275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565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398000" y="3169920"/>
            <a:ext cx="711200" cy="447040"/>
            <a:chOff x="9398000" y="3169920"/>
            <a:chExt cx="711200" cy="447040"/>
          </a:xfrm>
        </p:grpSpPr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98000" y="3169920"/>
              <a:ext cx="711200" cy="44704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98000" y="3169920"/>
              <a:ext cx="711200" cy="447040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10160000" y="3169920"/>
            <a:ext cx="660400" cy="447040"/>
            <a:chOff x="10160000" y="3169920"/>
            <a:chExt cx="660400" cy="447040"/>
          </a:xfrm>
        </p:grpSpPr>
        <p:pic>
          <p:nvPicPr>
            <p:cNvPr id="26" name="object 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60000" y="3169920"/>
              <a:ext cx="660400" cy="44704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60000" y="3169920"/>
              <a:ext cx="660400" cy="447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09270"/>
            <a:ext cx="12192000" cy="3501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20081"/>
            <a:ext cx="12192000" cy="104002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9976" y="1812324"/>
            <a:ext cx="288568" cy="4530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80686" y="1812324"/>
            <a:ext cx="350404" cy="45308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14346" y="1812324"/>
            <a:ext cx="391628" cy="45308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7811" y="1812324"/>
            <a:ext cx="329792" cy="45308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11948" y="1812324"/>
            <a:ext cx="82448" cy="45308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5512" y="1812324"/>
            <a:ext cx="288568" cy="45308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76527" y="1812324"/>
            <a:ext cx="381322" cy="45308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19685" y="1812324"/>
            <a:ext cx="391628" cy="45308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83456" y="1812324"/>
            <a:ext cx="288568" cy="45308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72314" y="1081215"/>
            <a:ext cx="360710" cy="453081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25778" y="1081215"/>
            <a:ext cx="371016" cy="45308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10160" y="1081215"/>
            <a:ext cx="381322" cy="453081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63625" y="1081215"/>
            <a:ext cx="288568" cy="45308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801643" y="1081215"/>
            <a:ext cx="103060" cy="45308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945292" y="1081215"/>
            <a:ext cx="309180" cy="45308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306001" y="1081215"/>
            <a:ext cx="371016" cy="453081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780078" y="1081215"/>
            <a:ext cx="288568" cy="453081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102742" y="1081215"/>
            <a:ext cx="711200" cy="443230"/>
          </a:xfrm>
          <a:custGeom>
            <a:avLst/>
            <a:gdLst/>
            <a:ahLst/>
            <a:cxnLst/>
            <a:rect l="l" t="t" r="r" b="b"/>
            <a:pathLst>
              <a:path w="711200" h="443230">
                <a:moveTo>
                  <a:pt x="711113" y="442783"/>
                </a:moveTo>
                <a:lnTo>
                  <a:pt x="0" y="442783"/>
                </a:lnTo>
                <a:lnTo>
                  <a:pt x="0" y="0"/>
                </a:lnTo>
                <a:lnTo>
                  <a:pt x="711113" y="0"/>
                </a:lnTo>
                <a:lnTo>
                  <a:pt x="711113" y="442783"/>
                </a:lnTo>
                <a:close/>
              </a:path>
            </a:pathLst>
          </a:custGeom>
          <a:solidFill>
            <a:srgbClr val="6E3D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927222" y="1081215"/>
            <a:ext cx="669925" cy="443230"/>
          </a:xfrm>
          <a:custGeom>
            <a:avLst/>
            <a:gdLst/>
            <a:ahLst/>
            <a:cxnLst/>
            <a:rect l="l" t="t" r="r" b="b"/>
            <a:pathLst>
              <a:path w="669925" h="443230">
                <a:moveTo>
                  <a:pt x="669889" y="442783"/>
                </a:moveTo>
                <a:lnTo>
                  <a:pt x="0" y="442783"/>
                </a:lnTo>
                <a:lnTo>
                  <a:pt x="0" y="0"/>
                </a:lnTo>
                <a:lnTo>
                  <a:pt x="669889" y="0"/>
                </a:lnTo>
                <a:lnTo>
                  <a:pt x="669889" y="442783"/>
                </a:lnTo>
                <a:close/>
              </a:path>
            </a:pathLst>
          </a:custGeom>
          <a:solidFill>
            <a:srgbClr val="6D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074766" y="837399"/>
            <a:ext cx="1508125" cy="8223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00" spc="-530"/>
              <a:t>TH</a:t>
            </a:r>
            <a:r>
              <a:rPr dirty="0" sz="5050" spc="-530"/>
              <a:t>EY</a:t>
            </a:r>
            <a:endParaRPr sz="5050"/>
          </a:p>
        </p:txBody>
      </p:sp>
      <p:sp>
        <p:nvSpPr>
          <p:cNvPr id="24" name="object 24" descr=""/>
          <p:cNvSpPr/>
          <p:nvPr/>
        </p:nvSpPr>
        <p:spPr>
          <a:xfrm>
            <a:off x="2823845" y="1812324"/>
            <a:ext cx="629285" cy="443230"/>
          </a:xfrm>
          <a:custGeom>
            <a:avLst/>
            <a:gdLst/>
            <a:ahLst/>
            <a:cxnLst/>
            <a:rect l="l" t="t" r="r" b="b"/>
            <a:pathLst>
              <a:path w="629285" h="443230">
                <a:moveTo>
                  <a:pt x="628665" y="442783"/>
                </a:moveTo>
                <a:lnTo>
                  <a:pt x="0" y="442783"/>
                </a:lnTo>
                <a:lnTo>
                  <a:pt x="0" y="0"/>
                </a:lnTo>
                <a:lnTo>
                  <a:pt x="628665" y="0"/>
                </a:lnTo>
                <a:lnTo>
                  <a:pt x="628665" y="442783"/>
                </a:lnTo>
                <a:close/>
              </a:path>
            </a:pathLst>
          </a:custGeom>
          <a:solidFill>
            <a:srgbClr val="A07C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2750075" y="1505579"/>
            <a:ext cx="739775" cy="897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700" spc="-25">
                <a:solidFill>
                  <a:srgbClr val="FFFFFF"/>
                </a:solidFill>
                <a:latin typeface="Calibri"/>
                <a:cs typeface="Calibri"/>
              </a:rPr>
              <a:t>BS</a:t>
            </a:r>
            <a:endParaRPr sz="57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380050" y="1812324"/>
            <a:ext cx="82550" cy="453390"/>
            <a:chOff x="4380050" y="1812324"/>
            <a:chExt cx="82550" cy="453390"/>
          </a:xfrm>
        </p:grpSpPr>
        <p:pic>
          <p:nvPicPr>
            <p:cNvPr id="27" name="object 2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80050" y="1822621"/>
              <a:ext cx="82448" cy="44278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80050" y="1812324"/>
              <a:ext cx="82448" cy="453081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4915963" y="1081215"/>
            <a:ext cx="1020444" cy="453390"/>
            <a:chOff x="4915963" y="1081215"/>
            <a:chExt cx="1020444" cy="453390"/>
          </a:xfrm>
        </p:grpSpPr>
        <p:pic>
          <p:nvPicPr>
            <p:cNvPr id="30" name="object 3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15963" y="1081215"/>
              <a:ext cx="1020294" cy="45308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15963" y="1081215"/>
              <a:ext cx="1020294" cy="453081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4565558" y="1812324"/>
            <a:ext cx="752475" cy="453390"/>
            <a:chOff x="4565558" y="1812324"/>
            <a:chExt cx="752475" cy="453390"/>
          </a:xfrm>
        </p:grpSpPr>
        <p:pic>
          <p:nvPicPr>
            <p:cNvPr id="33" name="object 3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65558" y="1812324"/>
              <a:ext cx="752338" cy="45308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565558" y="1812324"/>
              <a:ext cx="752338" cy="453081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6544311" y="1812324"/>
            <a:ext cx="669925" cy="453390"/>
            <a:chOff x="6544311" y="1812324"/>
            <a:chExt cx="669925" cy="453390"/>
          </a:xfrm>
        </p:grpSpPr>
        <p:pic>
          <p:nvPicPr>
            <p:cNvPr id="36" name="object 3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44311" y="1812324"/>
              <a:ext cx="669890" cy="45308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44311" y="1812324"/>
              <a:ext cx="669890" cy="453081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8079905" y="1081215"/>
            <a:ext cx="958850" cy="453390"/>
            <a:chOff x="8079905" y="1081215"/>
            <a:chExt cx="958850" cy="453390"/>
          </a:xfrm>
        </p:grpSpPr>
        <p:pic>
          <p:nvPicPr>
            <p:cNvPr id="39" name="object 3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79905" y="1081215"/>
              <a:ext cx="958458" cy="453081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79905" y="1081215"/>
              <a:ext cx="958458" cy="453081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8420003" y="1812324"/>
            <a:ext cx="82550" cy="453390"/>
            <a:chOff x="8420003" y="1812324"/>
            <a:chExt cx="82550" cy="453390"/>
          </a:xfrm>
        </p:grpSpPr>
        <p:pic>
          <p:nvPicPr>
            <p:cNvPr id="42" name="object 4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20003" y="1812324"/>
              <a:ext cx="82448" cy="45308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420003" y="1812324"/>
              <a:ext cx="82448" cy="453081"/>
            </a:xfrm>
            <a:prstGeom prst="rect">
              <a:avLst/>
            </a:prstGeom>
          </p:spPr>
        </p:pic>
      </p:grpSp>
      <p:grpSp>
        <p:nvGrpSpPr>
          <p:cNvPr id="44" name="object 44" descr=""/>
          <p:cNvGrpSpPr/>
          <p:nvPr/>
        </p:nvGrpSpPr>
        <p:grpSpPr>
          <a:xfrm>
            <a:off x="9089894" y="1081215"/>
            <a:ext cx="732155" cy="453390"/>
            <a:chOff x="9089894" y="1081215"/>
            <a:chExt cx="732155" cy="453390"/>
          </a:xfrm>
        </p:grpSpPr>
        <p:pic>
          <p:nvPicPr>
            <p:cNvPr id="45" name="object 4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89894" y="1081215"/>
              <a:ext cx="731726" cy="453081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089894" y="1081215"/>
              <a:ext cx="731726" cy="453081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0" y="4314567"/>
            <a:ext cx="12181840" cy="216535"/>
            <a:chOff x="0" y="4314567"/>
            <a:chExt cx="12181840" cy="216535"/>
          </a:xfrm>
        </p:grpSpPr>
        <p:pic>
          <p:nvPicPr>
            <p:cNvPr id="48" name="object 4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677971" y="4324864"/>
              <a:ext cx="865704" cy="20594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43357" y="4324864"/>
              <a:ext cx="958458" cy="144162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0" y="4314567"/>
              <a:ext cx="12181840" cy="216535"/>
            </a:xfrm>
            <a:custGeom>
              <a:avLst/>
              <a:gdLst/>
              <a:ahLst/>
              <a:cxnLst/>
              <a:rect l="l" t="t" r="r" b="b"/>
              <a:pathLst>
                <a:path w="12181840" h="216535">
                  <a:moveTo>
                    <a:pt x="12181687" y="216243"/>
                  </a:moveTo>
                  <a:lnTo>
                    <a:pt x="0" y="216243"/>
                  </a:lnTo>
                  <a:lnTo>
                    <a:pt x="0" y="0"/>
                  </a:lnTo>
                  <a:lnTo>
                    <a:pt x="12181687" y="0"/>
                  </a:lnTo>
                  <a:lnTo>
                    <a:pt x="12181687" y="216243"/>
                  </a:lnTo>
                  <a:close/>
                </a:path>
              </a:pathLst>
            </a:custGeom>
            <a:solidFill>
              <a:srgbClr val="7548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980813" y="4274408"/>
            <a:ext cx="73279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Ongo\</a:t>
            </a:r>
            <a:r>
              <a:rPr dirty="0" sz="13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35">
                <a:solidFill>
                  <a:srgbClr val="5E3B38"/>
                </a:solidFill>
                <a:latin typeface="Arial"/>
                <a:cs typeface="Arial"/>
              </a:rPr>
              <a:t>n</a:t>
            </a:r>
            <a:r>
              <a:rPr dirty="0" sz="1350" spc="35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35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851286" y="4285849"/>
            <a:ext cx="92773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95725D"/>
                </a:solidFill>
                <a:latin typeface="Calibri"/>
                <a:cs typeface="Calibri"/>
              </a:rPr>
              <a:t>M</a:t>
            </a:r>
            <a:r>
              <a:rPr dirty="0" sz="1250" spc="75">
                <a:solidFill>
                  <a:srgbClr val="95725D"/>
                </a:solidFill>
                <a:latin typeface="Calibri"/>
                <a:cs typeface="Calibri"/>
              </a:rPr>
              <a:t> </a:t>
            </a:r>
            <a:r>
              <a:rPr dirty="0" sz="1250" spc="65">
                <a:solidFill>
                  <a:srgbClr val="604944"/>
                </a:solidFill>
                <a:latin typeface="Calibri"/>
                <a:cs typeface="Calibri"/>
              </a:rPr>
              <a:t>e</a:t>
            </a:r>
            <a:r>
              <a:rPr dirty="0" sz="1250" spc="65">
                <a:solidFill>
                  <a:srgbClr val="876660"/>
                </a:solidFill>
                <a:latin typeface="Calibri"/>
                <a:cs typeface="Calibri"/>
              </a:rPr>
              <a:t>rn</a:t>
            </a:r>
            <a:r>
              <a:rPr dirty="0" sz="1250" spc="65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250" spc="-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35">
                <a:solidFill>
                  <a:srgbClr val="FFFFFF"/>
                </a:solidFill>
                <a:latin typeface="Calibri"/>
                <a:cs typeface="Calibri"/>
              </a:rPr>
              <a:t>abİe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741404" y="4251525"/>
            <a:ext cx="99250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500">
                <a:solidFill>
                  <a:srgbClr val="80564F"/>
                </a:solidFill>
                <a:latin typeface="Arial"/>
                <a:cs typeface="Arial"/>
              </a:rPr>
              <a:t>-</a:t>
            </a:r>
            <a:r>
              <a:rPr dirty="0" sz="1500" spc="-150">
                <a:solidFill>
                  <a:srgbClr val="80564F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FFFFFF"/>
                </a:solidFill>
                <a:latin typeface="Arial"/>
                <a:cs typeface="Arial"/>
              </a:rPr>
              <a:t>demand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0" y="4561702"/>
            <a:ext cx="12181840" cy="216535"/>
            <a:chOff x="0" y="4561702"/>
            <a:chExt cx="12181840" cy="216535"/>
          </a:xfrm>
        </p:grpSpPr>
        <p:pic>
          <p:nvPicPr>
            <p:cNvPr id="55" name="object 5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44139" y="4572000"/>
              <a:ext cx="948152" cy="20594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728865" y="4572000"/>
              <a:ext cx="566830" cy="14416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102423" y="4572000"/>
              <a:ext cx="453464" cy="164756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0" y="4561702"/>
              <a:ext cx="12181840" cy="216535"/>
            </a:xfrm>
            <a:custGeom>
              <a:avLst/>
              <a:gdLst/>
              <a:ahLst/>
              <a:cxnLst/>
              <a:rect l="l" t="t" r="r" b="b"/>
              <a:pathLst>
                <a:path w="12181840" h="216535">
                  <a:moveTo>
                    <a:pt x="12181687" y="216243"/>
                  </a:moveTo>
                  <a:lnTo>
                    <a:pt x="0" y="216243"/>
                  </a:lnTo>
                  <a:lnTo>
                    <a:pt x="0" y="0"/>
                  </a:lnTo>
                  <a:lnTo>
                    <a:pt x="12181687" y="0"/>
                  </a:lnTo>
                  <a:lnTo>
                    <a:pt x="12181687" y="216243"/>
                  </a:lnTo>
                  <a:close/>
                </a:path>
              </a:pathLst>
            </a:custGeom>
            <a:solidFill>
              <a:srgbClr val="7542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5766173" y="4504380"/>
            <a:ext cx="9055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450" spc="-30">
                <a:solidFill>
                  <a:srgbClr val="5B3B3D"/>
                </a:solidFill>
                <a:latin typeface="Arial"/>
                <a:cs typeface="Arial"/>
              </a:rPr>
              <a:t>F</a:t>
            </a:r>
            <a:r>
              <a:rPr dirty="0" sz="1450" spc="-30">
                <a:solidFill>
                  <a:srgbClr val="FFFFFF"/>
                </a:solidFill>
                <a:latin typeface="Arial"/>
                <a:cs typeface="Arial"/>
              </a:rPr>
              <a:t>ul</a:t>
            </a:r>
            <a:r>
              <a:rPr dirty="0" sz="1450" spc="-2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FFFFFF"/>
                </a:solidFill>
                <a:latin typeface="Arial"/>
                <a:cs typeface="Arial"/>
              </a:rPr>
              <a:t>fillmen</a:t>
            </a:r>
            <a:r>
              <a:rPr dirty="0" sz="1450" spc="-1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450">
              <a:latin typeface="Arial"/>
              <a:cs typeface="Aria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7713670" y="4492938"/>
            <a:ext cx="72771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550" spc="2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550" spc="-100">
                <a:solidFill>
                  <a:srgbClr val="E8E8E8"/>
                </a:solidFill>
                <a:latin typeface="Arial"/>
                <a:cs typeface="Arial"/>
              </a:rPr>
              <a:t>-</a:t>
            </a:r>
            <a:r>
              <a:rPr dirty="0" sz="1550" spc="-229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"/>
                <a:cs typeface="Arial"/>
              </a:rPr>
              <a:t>tim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080" y="6228080"/>
            <a:ext cx="1524000" cy="3251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4319" y="5262879"/>
            <a:ext cx="426719" cy="43688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7120" y="5262879"/>
            <a:ext cx="426719" cy="43688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9120" y="5262879"/>
            <a:ext cx="426719" cy="4368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1759" y="5262879"/>
            <a:ext cx="426720" cy="43688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3440" y="5262879"/>
            <a:ext cx="436879" cy="43688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4480" y="3738879"/>
            <a:ext cx="436880" cy="42671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7439" y="3738879"/>
            <a:ext cx="426719" cy="42671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42079" y="3759200"/>
            <a:ext cx="426720" cy="42671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04079" y="3738879"/>
            <a:ext cx="386079" cy="42671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67839" y="3007360"/>
            <a:ext cx="3129280" cy="58928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66720" y="1981200"/>
            <a:ext cx="568959" cy="5588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88480" y="3942079"/>
            <a:ext cx="355600" cy="42671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66000" y="2387600"/>
            <a:ext cx="3017520" cy="349504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25759" y="3921759"/>
            <a:ext cx="426720" cy="42671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90800" y="833119"/>
            <a:ext cx="447039" cy="47751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61359" y="833119"/>
            <a:ext cx="386079" cy="48768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492240" y="833119"/>
            <a:ext cx="487680" cy="48768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081519" y="833119"/>
            <a:ext cx="294640" cy="47751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66480" y="833119"/>
            <a:ext cx="386079" cy="48768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94800" y="833119"/>
            <a:ext cx="345440" cy="477519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824719" y="833119"/>
            <a:ext cx="386079" cy="48768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12400" y="833119"/>
            <a:ext cx="416559" cy="48768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391996" y="556259"/>
            <a:ext cx="1039494" cy="9093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800" spc="-560">
                <a:solidFill>
                  <a:srgbClr val="364B5D"/>
                </a:solidFill>
              </a:rPr>
              <a:t>IT'S</a:t>
            </a:r>
            <a:endParaRPr sz="5800"/>
          </a:p>
        </p:txBody>
      </p:sp>
      <p:sp>
        <p:nvSpPr>
          <p:cNvPr id="26" name="object 26" descr=""/>
          <p:cNvSpPr txBox="1"/>
          <p:nvPr/>
        </p:nvSpPr>
        <p:spPr>
          <a:xfrm>
            <a:off x="3698468" y="556259"/>
            <a:ext cx="2600325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800" spc="-890">
                <a:solidFill>
                  <a:srgbClr val="364B5B"/>
                </a:solidFill>
                <a:latin typeface="Arial"/>
                <a:cs typeface="Arial"/>
              </a:rPr>
              <a:t>EW</a:t>
            </a:r>
            <a:r>
              <a:rPr dirty="0" sz="5800" spc="10">
                <a:solidFill>
                  <a:srgbClr val="364B5B"/>
                </a:solidFill>
                <a:latin typeface="Arial"/>
                <a:cs typeface="Arial"/>
              </a:rPr>
              <a:t> </a:t>
            </a:r>
            <a:r>
              <a:rPr dirty="0" sz="5800" spc="-735">
                <a:solidFill>
                  <a:srgbClr val="3A4D5D"/>
                </a:solidFill>
                <a:latin typeface="Arial"/>
                <a:cs typeface="Arial"/>
              </a:rPr>
              <a:t>WAY</a:t>
            </a:r>
            <a:endParaRPr sz="58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519237" y="556259"/>
            <a:ext cx="2226945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3270" algn="l"/>
              </a:tabLst>
            </a:pPr>
            <a:r>
              <a:rPr dirty="0" sz="5800" spc="-405">
                <a:solidFill>
                  <a:srgbClr val="384959"/>
                </a:solidFill>
                <a:latin typeface="Arial"/>
                <a:cs typeface="Arial"/>
              </a:rPr>
              <a:t>THI</a:t>
            </a:r>
            <a:r>
              <a:rPr dirty="0" sz="5800">
                <a:solidFill>
                  <a:srgbClr val="384959"/>
                </a:solidFill>
                <a:latin typeface="Arial"/>
                <a:cs typeface="Arial"/>
              </a:rPr>
              <a:t>	</a:t>
            </a:r>
            <a:r>
              <a:rPr dirty="0" sz="5800" spc="-145">
                <a:solidFill>
                  <a:srgbClr val="384B59"/>
                </a:solidFill>
                <a:latin typeface="Arial"/>
                <a:cs typeface="Arial"/>
              </a:rPr>
              <a:t>I</a:t>
            </a:r>
            <a:endParaRPr sz="58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003664" y="2614929"/>
            <a:ext cx="6134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464646"/>
                </a:solidFill>
                <a:latin typeface="Arial"/>
                <a:cs typeface="Arial"/>
              </a:rPr>
              <a:t>product</a:t>
            </a:r>
            <a:endParaRPr sz="13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998216" y="4185920"/>
            <a:ext cx="7042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484848"/>
                </a:solidFill>
                <a:latin typeface="Arial"/>
                <a:cs typeface="Arial"/>
              </a:rPr>
              <a:t>chan</a:t>
            </a:r>
            <a:r>
              <a:rPr dirty="0" sz="1300" spc="-10">
                <a:solidFill>
                  <a:srgbClr val="4B4B4B"/>
                </a:solidFill>
                <a:latin typeface="Arial"/>
                <a:cs typeface="Arial"/>
              </a:rPr>
              <a:t>nels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997454" y="5843270"/>
            <a:ext cx="74485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40">
                <a:solidFill>
                  <a:srgbClr val="484848"/>
                </a:solidFill>
                <a:latin typeface="Arial"/>
                <a:cs typeface="Arial"/>
              </a:rPr>
              <a:t>customer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893132" y="3214370"/>
            <a:ext cx="37274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 i="1">
                <a:solidFill>
                  <a:srgbClr val="424242"/>
                </a:solidFill>
                <a:latin typeface="Arial"/>
                <a:cs typeface="Arial"/>
              </a:rPr>
              <a:t>VS.</a:t>
            </a:r>
            <a:endParaRPr sz="17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546865" y="2736850"/>
            <a:ext cx="5575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B88A95"/>
                </a:solidFill>
                <a:latin typeface="Arial"/>
                <a:cs typeface="Arial"/>
              </a:rPr>
              <a:t>service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465584" y="4281170"/>
            <a:ext cx="8083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A56B72"/>
                </a:solidFill>
                <a:latin typeface="Arial"/>
                <a:cs typeface="Arial"/>
              </a:rPr>
              <a:t>subscriber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454631" y="5252720"/>
            <a:ext cx="8655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939393"/>
                </a:solidFill>
                <a:latin typeface="Arial"/>
                <a:cs typeface="Arial"/>
              </a:rPr>
              <a:t>experience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493759" y="5715000"/>
            <a:ext cx="6965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>
                <a:solidFill>
                  <a:srgbClr val="B1B1B1"/>
                </a:solidFill>
                <a:latin typeface="Arial"/>
                <a:cs typeface="Arial"/>
              </a:rPr>
              <a:t>channels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3145" y="2597150"/>
            <a:ext cx="971550" cy="276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90">
                <a:solidFill>
                  <a:srgbClr val="494949"/>
                </a:solidFill>
              </a:rPr>
              <a:t>Unit</a:t>
            </a:r>
            <a:r>
              <a:rPr dirty="0" sz="1650" spc="50">
                <a:solidFill>
                  <a:srgbClr val="494949"/>
                </a:solidFill>
              </a:rPr>
              <a:t> </a:t>
            </a:r>
            <a:r>
              <a:rPr dirty="0" sz="1650" spc="-90">
                <a:solidFill>
                  <a:srgbClr val="494949"/>
                </a:solidFill>
              </a:rPr>
              <a:t>Sales</a:t>
            </a:r>
            <a:endParaRPr sz="1650"/>
          </a:p>
        </p:txBody>
      </p:sp>
      <p:sp>
        <p:nvSpPr>
          <p:cNvPr id="3" name="object 3" descr=""/>
          <p:cNvSpPr txBox="1"/>
          <p:nvPr/>
        </p:nvSpPr>
        <p:spPr>
          <a:xfrm>
            <a:off x="3933475" y="3204209"/>
            <a:ext cx="1509395" cy="212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494949"/>
                </a:solidFill>
                <a:latin typeface="Arial"/>
                <a:cs typeface="Arial"/>
              </a:rPr>
              <a:t>Branding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7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dirty="0" sz="1600" spc="70">
                <a:solidFill>
                  <a:srgbClr val="464646"/>
                </a:solidFill>
                <a:latin typeface="Calibri"/>
                <a:cs typeface="Calibri"/>
              </a:rPr>
              <a:t>Selling</a:t>
            </a:r>
            <a:r>
              <a:rPr dirty="0" sz="1600" spc="11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464646"/>
                </a:solidFill>
                <a:latin typeface="Calibri"/>
                <a:cs typeface="Calibri"/>
              </a:rPr>
              <a:t>products</a:t>
            </a:r>
            <a:endParaRPr sz="1600">
              <a:latin typeface="Calibri"/>
              <a:cs typeface="Calibri"/>
            </a:endParaRPr>
          </a:p>
          <a:p>
            <a:pPr marL="22225" marR="292735" indent="-10160">
              <a:lnSpc>
                <a:spcPct val="250000"/>
              </a:lnSpc>
              <a:spcBef>
                <a:spcPts val="80"/>
              </a:spcBef>
            </a:pPr>
            <a:r>
              <a:rPr dirty="0" sz="1600" spc="105">
                <a:solidFill>
                  <a:srgbClr val="494949"/>
                </a:solidFill>
                <a:latin typeface="Arial"/>
                <a:cs typeface="Arial"/>
              </a:rPr>
              <a:t>Unit</a:t>
            </a:r>
            <a:r>
              <a:rPr dirty="0" sz="1600" spc="5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64646"/>
                </a:solidFill>
                <a:latin typeface="Arial"/>
                <a:cs typeface="Arial"/>
              </a:rPr>
              <a:t>margins </a:t>
            </a:r>
            <a:r>
              <a:rPr dirty="0" sz="1600" spc="-20">
                <a:solidFill>
                  <a:srgbClr val="484848"/>
                </a:solidFill>
                <a:latin typeface="Arial"/>
                <a:cs typeface="Arial"/>
              </a:rPr>
              <a:t>H</a:t>
            </a:r>
            <a:r>
              <a:rPr dirty="0" sz="1600" spc="-204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B4B4B"/>
                </a:solidFill>
                <a:latin typeface="Arial"/>
                <a:cs typeface="Arial"/>
              </a:rPr>
              <a:t>it</a:t>
            </a:r>
            <a:r>
              <a:rPr dirty="0" sz="1600" spc="1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B4B4B"/>
                </a:solidFill>
                <a:latin typeface="Arial"/>
                <a:cs typeface="Arial"/>
              </a:rPr>
              <a:t>products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26136" y="2597150"/>
            <a:ext cx="124777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464646"/>
                </a:solidFill>
                <a:latin typeface="Arial"/>
                <a:cs typeface="Arial"/>
              </a:rPr>
              <a:t>Value</a:t>
            </a:r>
            <a:r>
              <a:rPr dirty="0" sz="1650" spc="-8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464646"/>
                </a:solidFill>
                <a:latin typeface="Arial"/>
                <a:cs typeface="Arial"/>
              </a:rPr>
              <a:t>pricing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27059" y="3223259"/>
            <a:ext cx="2247265" cy="210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B4B4B"/>
                </a:solidFill>
                <a:latin typeface="Arial"/>
                <a:cs typeface="Arial"/>
              </a:rPr>
              <a:t>Experience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spc="-10">
                <a:solidFill>
                  <a:srgbClr val="494949"/>
                </a:solidFill>
                <a:latin typeface="Arial"/>
                <a:cs typeface="Arial"/>
              </a:rPr>
              <a:t>Solving</a:t>
            </a:r>
            <a:r>
              <a:rPr dirty="0" sz="1650" spc="-1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464646"/>
                </a:solidFill>
                <a:latin typeface="Arial"/>
                <a:cs typeface="Arial"/>
              </a:rPr>
              <a:t>needs</a:t>
            </a:r>
            <a:endParaRPr sz="1650">
              <a:latin typeface="Arial"/>
              <a:cs typeface="Arial"/>
            </a:endParaRPr>
          </a:p>
          <a:p>
            <a:pPr marL="17145" marR="5080" indent="-5080">
              <a:lnSpc>
                <a:spcPct val="250000"/>
              </a:lnSpc>
              <a:spcBef>
                <a:spcPts val="70"/>
              </a:spcBef>
            </a:pPr>
            <a:r>
              <a:rPr dirty="0" sz="1600">
                <a:solidFill>
                  <a:srgbClr val="494949"/>
                </a:solidFill>
                <a:latin typeface="Arial"/>
                <a:cs typeface="Arial"/>
              </a:rPr>
              <a:t>Customer</a:t>
            </a:r>
            <a:r>
              <a:rPr dirty="0" sz="1600" spc="19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600" spc="65">
                <a:solidFill>
                  <a:srgbClr val="464646"/>
                </a:solidFill>
                <a:latin typeface="Arial"/>
                <a:cs typeface="Arial"/>
              </a:rPr>
              <a:t>lifetime</a:t>
            </a:r>
            <a:r>
              <a:rPr dirty="0" sz="1600" spc="114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84848"/>
                </a:solidFill>
                <a:latin typeface="Arial"/>
                <a:cs typeface="Arial"/>
              </a:rPr>
              <a:t>value </a:t>
            </a:r>
            <a:r>
              <a:rPr dirty="0" sz="1600">
                <a:solidFill>
                  <a:srgbClr val="494949"/>
                </a:solidFill>
                <a:latin typeface="Arial"/>
                <a:cs typeface="Arial"/>
              </a:rPr>
              <a:t>Deep</a:t>
            </a:r>
            <a:r>
              <a:rPr dirty="0" sz="1600" spc="1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64646"/>
                </a:solidFill>
                <a:latin typeface="Arial"/>
                <a:cs typeface="Arial"/>
              </a:rPr>
              <a:t>relationships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004560"/>
            <a:ext cx="12181840" cy="508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418079"/>
            <a:ext cx="11135360" cy="319023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0" y="1310639"/>
            <a:ext cx="12181840" cy="5080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88620" y="2371344"/>
            <a:ext cx="0" cy="3310254"/>
          </a:xfrm>
          <a:custGeom>
            <a:avLst/>
            <a:gdLst/>
            <a:ahLst/>
            <a:cxnLst/>
            <a:rect l="l" t="t" r="r" b="b"/>
            <a:pathLst>
              <a:path w="0" h="3310254">
                <a:moveTo>
                  <a:pt x="0" y="3310128"/>
                </a:moveTo>
                <a:lnTo>
                  <a:pt x="0" y="0"/>
                </a:lnTo>
              </a:path>
            </a:pathLst>
          </a:custGeom>
          <a:ln w="9144">
            <a:solidFill>
              <a:srgbClr val="6B4F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355600" y="2336800"/>
            <a:ext cx="11285220" cy="3345179"/>
            <a:chOff x="355600" y="2336800"/>
            <a:chExt cx="11285220" cy="3345179"/>
          </a:xfrm>
        </p:grpSpPr>
        <p:sp>
          <p:nvSpPr>
            <p:cNvPr id="7" name="object 7" descr=""/>
            <p:cNvSpPr/>
            <p:nvPr/>
          </p:nvSpPr>
          <p:spPr>
            <a:xfrm>
              <a:off x="11635740" y="2371344"/>
              <a:ext cx="0" cy="3310254"/>
            </a:xfrm>
            <a:custGeom>
              <a:avLst/>
              <a:gdLst/>
              <a:ahLst/>
              <a:cxnLst/>
              <a:rect l="l" t="t" r="r" b="b"/>
              <a:pathLst>
                <a:path w="0" h="3310254">
                  <a:moveTo>
                    <a:pt x="0" y="331012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B4F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4048" y="2375915"/>
              <a:ext cx="11256645" cy="0"/>
            </a:xfrm>
            <a:custGeom>
              <a:avLst/>
              <a:gdLst/>
              <a:ahLst/>
              <a:cxnLst/>
              <a:rect l="l" t="t" r="r" b="b"/>
              <a:pathLst>
                <a:path w="11256645" h="0">
                  <a:moveTo>
                    <a:pt x="0" y="0"/>
                  </a:moveTo>
                  <a:lnTo>
                    <a:pt x="11256264" y="0"/>
                  </a:lnTo>
                </a:path>
              </a:pathLst>
            </a:custGeom>
            <a:ln w="9144">
              <a:solidFill>
                <a:srgbClr val="6B4F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4048" y="5676900"/>
              <a:ext cx="11256645" cy="0"/>
            </a:xfrm>
            <a:custGeom>
              <a:avLst/>
              <a:gdLst/>
              <a:ahLst/>
              <a:cxnLst/>
              <a:rect l="l" t="t" r="r" b="b"/>
              <a:pathLst>
                <a:path w="11256645" h="0">
                  <a:moveTo>
                    <a:pt x="0" y="0"/>
                  </a:moveTo>
                  <a:lnTo>
                    <a:pt x="11256264" y="0"/>
                  </a:lnTo>
                </a:path>
              </a:pathLst>
            </a:custGeom>
            <a:ln w="9144">
              <a:solidFill>
                <a:srgbClr val="6B4F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4048" y="4488179"/>
              <a:ext cx="11256645" cy="0"/>
            </a:xfrm>
            <a:custGeom>
              <a:avLst/>
              <a:gdLst/>
              <a:ahLst/>
              <a:cxnLst/>
              <a:rect l="l" t="t" r="r" b="b"/>
              <a:pathLst>
                <a:path w="11256645" h="0">
                  <a:moveTo>
                    <a:pt x="0" y="0"/>
                  </a:moveTo>
                  <a:lnTo>
                    <a:pt x="11256264" y="0"/>
                  </a:lnTo>
                </a:path>
              </a:pathLst>
            </a:custGeom>
            <a:ln w="9144">
              <a:solidFill>
                <a:srgbClr val="6B4F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600" y="2336800"/>
              <a:ext cx="30479" cy="333247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5600" y="2336800"/>
              <a:ext cx="30479" cy="3332479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899920" y="518159"/>
            <a:ext cx="8412480" cy="457200"/>
          </a:xfrm>
          <a:custGeom>
            <a:avLst/>
            <a:gdLst/>
            <a:ahLst/>
            <a:cxnLst/>
            <a:rect l="l" t="t" r="r" b="b"/>
            <a:pathLst>
              <a:path w="8412480" h="457200">
                <a:moveTo>
                  <a:pt x="8412480" y="457200"/>
                </a:moveTo>
                <a:lnTo>
                  <a:pt x="0" y="457200"/>
                </a:lnTo>
                <a:lnTo>
                  <a:pt x="0" y="0"/>
                </a:lnTo>
                <a:lnTo>
                  <a:pt x="8412480" y="0"/>
                </a:lnTo>
                <a:lnTo>
                  <a:pt x="8412480" y="457200"/>
                </a:lnTo>
                <a:close/>
              </a:path>
            </a:pathLst>
          </a:custGeom>
          <a:solidFill>
            <a:srgbClr val="6E42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892788" y="300990"/>
            <a:ext cx="8385175" cy="795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50" spc="-470"/>
              <a:t>THAT</a:t>
            </a:r>
            <a:r>
              <a:rPr dirty="0" sz="5050" spc="-254"/>
              <a:t> </a:t>
            </a:r>
            <a:r>
              <a:rPr dirty="0" sz="5050" spc="-910"/>
              <a:t>S</a:t>
            </a:r>
            <a:r>
              <a:rPr dirty="0" sz="5050" spc="-165"/>
              <a:t> </a:t>
            </a:r>
            <a:r>
              <a:rPr dirty="0" sz="5050" spc="-475"/>
              <a:t>WHY</a:t>
            </a:r>
            <a:r>
              <a:rPr dirty="0" sz="5050" spc="80"/>
              <a:t> </a:t>
            </a:r>
            <a:r>
              <a:rPr dirty="0" sz="5050" spc="-655"/>
              <a:t>WE</a:t>
            </a:r>
            <a:r>
              <a:rPr dirty="0" sz="5050" spc="-55"/>
              <a:t> </a:t>
            </a:r>
            <a:r>
              <a:rPr dirty="0" sz="5050" spc="-434"/>
              <a:t>BUILT</a:t>
            </a:r>
            <a:r>
              <a:rPr dirty="0" sz="5050" spc="-65"/>
              <a:t> </a:t>
            </a:r>
            <a:r>
              <a:rPr dirty="0" sz="5050" spc="-370"/>
              <a:t>ZUORA</a:t>
            </a:r>
            <a:endParaRPr sz="5050"/>
          </a:p>
        </p:txBody>
      </p:sp>
      <p:grpSp>
        <p:nvGrpSpPr>
          <p:cNvPr id="15" name="object 15" descr=""/>
          <p:cNvGrpSpPr/>
          <p:nvPr/>
        </p:nvGrpSpPr>
        <p:grpSpPr>
          <a:xfrm>
            <a:off x="11663680" y="2336800"/>
            <a:ext cx="30480" cy="3332479"/>
            <a:chOff x="11663680" y="2336800"/>
            <a:chExt cx="30480" cy="3332479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63680" y="2336800"/>
              <a:ext cx="30479" cy="333247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63680" y="2336800"/>
              <a:ext cx="30479" cy="33324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" y="6156960"/>
            <a:ext cx="12181840" cy="35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" y="4053840"/>
            <a:ext cx="12181840" cy="558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0" y="2895600"/>
            <a:ext cx="12181840" cy="5588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0433304" y="2327148"/>
            <a:ext cx="1758950" cy="0"/>
          </a:xfrm>
          <a:custGeom>
            <a:avLst/>
            <a:gdLst/>
            <a:ahLst/>
            <a:cxnLst/>
            <a:rect l="l" t="t" r="r" b="b"/>
            <a:pathLst>
              <a:path w="1758950" h="0">
                <a:moveTo>
                  <a:pt x="0" y="0"/>
                </a:moveTo>
                <a:lnTo>
                  <a:pt x="1758695" y="0"/>
                </a:lnTo>
              </a:path>
            </a:pathLst>
          </a:custGeom>
          <a:ln w="21336">
            <a:solidFill>
              <a:srgbClr val="444F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398264" y="655319"/>
            <a:ext cx="7790815" cy="0"/>
          </a:xfrm>
          <a:custGeom>
            <a:avLst/>
            <a:gdLst/>
            <a:ahLst/>
            <a:cxnLst/>
            <a:rect l="l" t="t" r="r" b="b"/>
            <a:pathLst>
              <a:path w="7790815" h="0">
                <a:moveTo>
                  <a:pt x="0" y="0"/>
                </a:moveTo>
                <a:lnTo>
                  <a:pt x="7790688" y="0"/>
                </a:lnTo>
              </a:path>
            </a:pathLst>
          </a:custGeom>
          <a:ln w="3048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0160" y="0"/>
            <a:ext cx="12181840" cy="589280"/>
            <a:chOff x="10160" y="0"/>
            <a:chExt cx="12181840" cy="58928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60" y="0"/>
              <a:ext cx="12181840" cy="36575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60" y="0"/>
              <a:ext cx="12181840" cy="52832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0" y="375920"/>
              <a:ext cx="12181840" cy="21335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60" y="538480"/>
              <a:ext cx="12181840" cy="50800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10160" y="640080"/>
            <a:ext cx="4368800" cy="30480"/>
            <a:chOff x="10160" y="640080"/>
            <a:chExt cx="4368800" cy="30480"/>
          </a:xfrm>
        </p:grpSpPr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0" y="640080"/>
              <a:ext cx="4368800" cy="3047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60" y="640080"/>
              <a:ext cx="4368800" cy="30479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10160" y="772159"/>
            <a:ext cx="12181840" cy="162560"/>
            <a:chOff x="10160" y="772159"/>
            <a:chExt cx="12181840" cy="162560"/>
          </a:xfrm>
        </p:grpSpPr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60" y="772159"/>
              <a:ext cx="12181840" cy="4063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0" y="772159"/>
              <a:ext cx="12181840" cy="4063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60" y="843279"/>
              <a:ext cx="12181840" cy="9143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60" y="843279"/>
              <a:ext cx="12181840" cy="91439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10160" y="1036319"/>
            <a:ext cx="12181840" cy="30480"/>
            <a:chOff x="10160" y="1036319"/>
            <a:chExt cx="12181840" cy="30480"/>
          </a:xfrm>
        </p:grpSpPr>
        <p:pic>
          <p:nvPicPr>
            <p:cNvPr id="21" name="object 2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60" y="1036319"/>
              <a:ext cx="12181840" cy="3047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60" y="1036319"/>
              <a:ext cx="12181840" cy="30479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0160" y="1239519"/>
            <a:ext cx="12181840" cy="30480"/>
            <a:chOff x="10160" y="1239519"/>
            <a:chExt cx="12181840" cy="30480"/>
          </a:xfrm>
        </p:grpSpPr>
        <p:pic>
          <p:nvPicPr>
            <p:cNvPr id="24" name="object 2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60" y="1239519"/>
              <a:ext cx="12181840" cy="3047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0" y="1239519"/>
              <a:ext cx="12181840" cy="30479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03440" y="2032000"/>
            <a:ext cx="1666240" cy="203200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10160" y="1625600"/>
            <a:ext cx="12181840" cy="629920"/>
            <a:chOff x="10160" y="1625600"/>
            <a:chExt cx="12181840" cy="629920"/>
          </a:xfrm>
        </p:grpSpPr>
        <p:pic>
          <p:nvPicPr>
            <p:cNvPr id="28" name="object 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39919" y="1625600"/>
              <a:ext cx="1666239" cy="56895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60" y="1625600"/>
              <a:ext cx="12181840" cy="629919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10160" y="2316479"/>
            <a:ext cx="10281920" cy="30480"/>
            <a:chOff x="10160" y="2316479"/>
            <a:chExt cx="10281920" cy="30480"/>
          </a:xfrm>
        </p:grpSpPr>
        <p:pic>
          <p:nvPicPr>
            <p:cNvPr id="31" name="object 3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60" y="2316479"/>
              <a:ext cx="10281920" cy="3047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160" y="2316479"/>
              <a:ext cx="10281920" cy="30479"/>
            </a:xfrm>
            <a:prstGeom prst="rect">
              <a:avLst/>
            </a:prstGeom>
          </p:spPr>
        </p:pic>
      </p:grpSp>
      <p:sp>
        <p:nvSpPr>
          <p:cNvPr id="33" name="object 33" descr=""/>
          <p:cNvSpPr/>
          <p:nvPr/>
        </p:nvSpPr>
        <p:spPr>
          <a:xfrm>
            <a:off x="4541520" y="2895600"/>
            <a:ext cx="2479040" cy="548640"/>
          </a:xfrm>
          <a:custGeom>
            <a:avLst/>
            <a:gdLst/>
            <a:ahLst/>
            <a:cxnLst/>
            <a:rect l="l" t="t" r="r" b="b"/>
            <a:pathLst>
              <a:path w="2479040" h="548639">
                <a:moveTo>
                  <a:pt x="2479040" y="548640"/>
                </a:moveTo>
                <a:lnTo>
                  <a:pt x="0" y="548640"/>
                </a:lnTo>
                <a:lnTo>
                  <a:pt x="0" y="0"/>
                </a:lnTo>
                <a:lnTo>
                  <a:pt x="2479040" y="0"/>
                </a:lnTo>
                <a:lnTo>
                  <a:pt x="2479040" y="548640"/>
                </a:lnTo>
                <a:close/>
              </a:path>
            </a:pathLst>
          </a:custGeom>
          <a:solidFill>
            <a:srgbClr val="6B6B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7101840" y="2905760"/>
            <a:ext cx="508000" cy="528320"/>
          </a:xfrm>
          <a:custGeom>
            <a:avLst/>
            <a:gdLst/>
            <a:ahLst/>
            <a:cxnLst/>
            <a:rect l="l" t="t" r="r" b="b"/>
            <a:pathLst>
              <a:path w="508000" h="528320">
                <a:moveTo>
                  <a:pt x="508000" y="528320"/>
                </a:moveTo>
                <a:lnTo>
                  <a:pt x="0" y="528320"/>
                </a:lnTo>
                <a:lnTo>
                  <a:pt x="0" y="0"/>
                </a:lnTo>
                <a:lnTo>
                  <a:pt x="508000" y="0"/>
                </a:lnTo>
                <a:lnTo>
                  <a:pt x="508000" y="528320"/>
                </a:lnTo>
                <a:close/>
              </a:path>
            </a:pathLst>
          </a:custGeom>
          <a:solidFill>
            <a:srgbClr val="7474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80"/>
              <a:t>THE</a:t>
            </a:r>
            <a:r>
              <a:rPr dirty="0" spc="-180"/>
              <a:t> </a:t>
            </a:r>
            <a:r>
              <a:rPr dirty="0" spc="-565"/>
              <a:t>EN</a:t>
            </a:r>
            <a:r>
              <a:rPr dirty="0" sz="6650" spc="-565"/>
              <a:t>D</a:t>
            </a:r>
            <a:endParaRPr sz="6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2025-06-11T10:21:30Z</dcterms:created>
  <dcterms:modified xsi:type="dcterms:W3CDTF">2025-06-11T10:21:30Z</dcterms:modified>
</cp:coreProperties>
</file>