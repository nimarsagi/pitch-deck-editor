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1.jpg" ContentType="image/jpg"/>
  <Override PartName="/ppt/media/image103.jpg" ContentType="image/jpg"/>
  <Override PartName="/ppt/media/image105.jpg" ContentType="image/jpg"/>
  <Override PartName="/ppt/media/image107.jpg" ContentType="image/jpg"/>
  <Override PartName="/ppt/media/image109.jpg" ContentType="image/jpg"/>
  <Override PartName="/ppt/media/image110.jpg" ContentType="image/jpg"/>
  <Override PartName="/ppt/media/image111.jpg" ContentType="image/jpg"/>
  <Override PartName="/ppt/media/image113.jpg" ContentType="image/jpg"/>
  <Override PartName="/ppt/media/image114.jpg" ContentType="image/jpg"/>
  <Override PartName="/ppt/media/image118.jpg" ContentType="image/jpg"/>
  <Override PartName="/ppt/media/image121.jpg" ContentType="image/jpg"/>
  <Override PartName="/ppt/media/image122.jpg" ContentType="image/jpg"/>
  <Override PartName="/ppt/media/image124.jpg" ContentType="image/jpg"/>
  <Override PartName="/ppt/media/image125.jpg" ContentType="image/jpg"/>
  <Override PartName="/ppt/media/image129.jpg" ContentType="image/jpg"/>
  <Override PartName="/ppt/media/image13.jpg" ContentType="image/jpg"/>
  <Override PartName="/ppt/media/image131.jpg" ContentType="image/jpg"/>
  <Override PartName="/ppt/media/image133.jpg" ContentType="image/jpg"/>
  <Override PartName="/ppt/media/image136.jpg" ContentType="image/jpg"/>
  <Override PartName="/ppt/media/image137.jpg" ContentType="image/jpg"/>
  <Override PartName="/ppt/media/image138.jpg" ContentType="image/jpg"/>
  <Override PartName="/ppt/media/image139.jpg" ContentType="image/jpg"/>
  <Override PartName="/ppt/media/image140.jpg" ContentType="image/jpg"/>
  <Override PartName="/ppt/media/image146.jpg" ContentType="image/jpg"/>
  <Override PartName="/ppt/media/image147.jpg" ContentType="image/jpg"/>
  <Override PartName="/ppt/media/image148.jpg" ContentType="image/jpg"/>
  <Override PartName="/ppt/media/image149.jpg" ContentType="image/jpg"/>
  <Override PartName="/ppt/media/image15.jpg" ContentType="image/jpg"/>
  <Override PartName="/ppt/media/image156.jpg" ContentType="image/jpg"/>
  <Override PartName="/ppt/media/image158.jpg" ContentType="image/jpg"/>
  <Override PartName="/ppt/media/image160.jpg" ContentType="image/jpg"/>
  <Override PartName="/ppt/media/image162.jpg" ContentType="image/jpg"/>
  <Override PartName="/ppt/media/image166.jpg" ContentType="image/jpg"/>
  <Override PartName="/ppt/media/image168.jpg" ContentType="image/jpg"/>
  <Override PartName="/ppt/media/image169.jpg" ContentType="image/jpg"/>
  <Override PartName="/ppt/media/image17.jpg" ContentType="image/jpg"/>
  <Override PartName="/ppt/media/image170.jpg" ContentType="image/jpg"/>
  <Override PartName="/ppt/media/image171.jpg" ContentType="image/jpg"/>
  <Override PartName="/ppt/media/image172.jpg" ContentType="image/jpg"/>
  <Override PartName="/ppt/media/image173.jpg" ContentType="image/jpg"/>
  <Override PartName="/ppt/media/image174.jpg" ContentType="image/jpg"/>
  <Override PartName="/ppt/media/image176.jpg" ContentType="image/jpg"/>
  <Override PartName="/ppt/media/image18.jpg" ContentType="image/jpg"/>
  <Override PartName="/ppt/media/image185.jpg" ContentType="image/jpg"/>
  <Override PartName="/ppt/media/image187.jpg" ContentType="image/jpg"/>
  <Override PartName="/ppt/media/image188.jpg" ContentType="image/jpg"/>
  <Override PartName="/ppt/media/image189.jpg" ContentType="image/jpg"/>
  <Override PartName="/ppt/media/image191.jpg" ContentType="image/jpg"/>
  <Override PartName="/ppt/media/image192.jpg" ContentType="image/jpg"/>
  <Override PartName="/ppt/media/image193.jpg" ContentType="image/jpg"/>
  <Override PartName="/ppt/media/image194.jpg" ContentType="image/jpg"/>
  <Override PartName="/ppt/media/image195.jpg" ContentType="image/jpg"/>
  <Override PartName="/ppt/media/image197.jpg" ContentType="image/jpg"/>
  <Override PartName="/ppt/media/image2.jpg" ContentType="image/jpg"/>
  <Override PartName="/ppt/media/image201.jpg" ContentType="image/jpg"/>
  <Override PartName="/ppt/media/image202.jpg" ContentType="image/jpg"/>
  <Override PartName="/ppt/media/image203.jpg" ContentType="image/jpg"/>
  <Override PartName="/ppt/media/image205.jpg" ContentType="image/jpg"/>
  <Override PartName="/ppt/media/image206.jpg" ContentType="image/jpg"/>
  <Override PartName="/ppt/media/image207.jpg" ContentType="image/jpg"/>
  <Override PartName="/ppt/media/image215.jpg" ContentType="image/jpg"/>
  <Override PartName="/ppt/media/image22.jpg" ContentType="image/jpg"/>
  <Override PartName="/ppt/media/image221.jpg" ContentType="image/jpg"/>
  <Override PartName="/ppt/media/image222.jpg" ContentType="image/jpg"/>
  <Override PartName="/ppt/media/image24.jpg" ContentType="image/jpg"/>
  <Override PartName="/ppt/media/image25.jpg" ContentType="image/jpg"/>
  <Override PartName="/ppt/media/image26.jpg" ContentType="image/jpg"/>
  <Override PartName="/ppt/media/image27.jpg" ContentType="image/jpg"/>
  <Override PartName="/ppt/media/image29.jpg" ContentType="image/jpg"/>
  <Override PartName="/ppt/media/image30.jpg" ContentType="image/jpg"/>
  <Override PartName="/ppt/media/image41.jpg" ContentType="image/jpg"/>
  <Override PartName="/ppt/media/image43.jpg" ContentType="image/jpg"/>
  <Override PartName="/ppt/media/image45.jpg" ContentType="image/jpg"/>
  <Override PartName="/ppt/media/image46.jpg" ContentType="image/jpg"/>
  <Override PartName="/ppt/media/image47.jpg" ContentType="image/jpg"/>
  <Override PartName="/ppt/media/image48.jpg" ContentType="image/jpg"/>
  <Override PartName="/ppt/media/image49.jpg" ContentType="image/jpg"/>
  <Override PartName="/ppt/media/image5.jpg" ContentType="image/jpg"/>
  <Override PartName="/ppt/media/image50.jpg" ContentType="image/jpg"/>
  <Override PartName="/ppt/media/image51.jpg" ContentType="image/jpg"/>
  <Override PartName="/ppt/media/image52.jpg" ContentType="image/jpg"/>
  <Override PartName="/ppt/media/image54.jpg" ContentType="image/jpg"/>
  <Override PartName="/ppt/media/image55.jpg" ContentType="image/jpg"/>
  <Override PartName="/ppt/media/image57.jpg" ContentType="image/jpg"/>
  <Override PartName="/ppt/media/image6.jpg" ContentType="image/jpg"/>
  <Override PartName="/ppt/media/image67.jpg" ContentType="image/jpg"/>
  <Override PartName="/ppt/media/image68.jpg" ContentType="image/jpg"/>
  <Override PartName="/ppt/media/image69.jpg" ContentType="image/jpg"/>
  <Override PartName="/ppt/media/image7.jpg" ContentType="image/jpg"/>
  <Override PartName="/ppt/media/image81.jpg" ContentType="image/jpg"/>
  <Override PartName="/ppt/media/image87.jpg" ContentType="image/jpg"/>
  <Override PartName="/ppt/media/image89.jpg" ContentType="image/jpg"/>
  <Override PartName="/ppt/media/image9.jpg" ContentType="image/jpg"/>
  <Override PartName="/ppt/media/image93.jpg" ContentType="image/jpg"/>
  <Override PartName="/ppt/media/image95.jpg" ContentType="image/jpg"/>
  <Override PartName="/ppt/media/image99.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x="12192000" cy="6858000"/>
  <p:notesSz cx="12192000" cy="6858000"/>
  <p:defaultTextStyle>
    <a:defPPr>
      <a:defRPr kern="0"/>
    </a:def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36" y="-84"/>
      </p:cViewPr>
      <p:guideLst>
        <p:guide orient="horz" pos="2880"/>
        <p:guide pos="216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viewProps" Target="viewProps.xml"/><Relationship Id="rId4" Type="http://schemas.openxmlformats.org/officeDocument/2006/relationships/presProps" Target="presProps.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[Pass 1 note — covers the stakes run, slides 2-9] The altitude of the pain. The stakes are drawn at 30,000 feet here — "the way people buy has changed," "52% of the Fortune 500 gone." That's right for a category keynote and it makes the room think big. What it never does is drop to one operator's actual Tuesday — the billing team that can't launch a new pricing plan without engineering, the finance lead who can't close the books because usage revenue won't reconcile. A skeptical buyer feels a market shift intellectually but feels their own pain viscerally, and this deck only gives the first. Is there one concrete, named operator problem you could land somewhere before slide 20, so the shift stops being about "every industry" and starts being about them?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[Pass 1 note — covers the promised-land run, slides 10-15] Six straight slides make one point: incumbents transformed and disruptors won by going relationship-first (GE, Unilever/Dollar Shave Club, IBM, then Amazon/Google/Apple/Facebook/Salesforce, then Uber/Spotify/Box/Airbnb). Live, the accumulation is deliberate and it builds pressure. But it's also the one stretch that repeats rather than advances, so it's your timing shock-absorber: if a slot runs short, this is the section that can lose two slides without the argument losing a link. Which two of these six are carrying the point, and which are there for rhythm?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[Pass 1 note] "A unified solution for the Subscription Economy." Nineteen slides establish one idea at a time, in huge type on full-bleed imagery — and then the product reveal drops a seven-column grid (Subscriber Management, Pricing &amp; Packaging, Billing, Payments, Quoting, Revenue, Analytics) with three-to-five sub-items each, plus a Platform bar of six more. It's ~40 feature words at the exact moment the room has finally been made to want the product. The deck spent the whole runway teaching the audience to feel one thing per slide, then breaks its own visual language on the slide that matters most, and the eye has nowhere to land. Live you can talk them through it — but if the job of this slide is "here is the one thing Zuora does for the world you just described," what is that one thing, and does the grid say it or bury 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obj">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2224236" y="500379"/>
            <a:ext cx="7720330" cy="726440"/>
          </a:xfrm>
          <a:prstGeom prst="rect">
            <a:avLst/>
          </a:prstGeom>
        </p:spPr>
        <p:txBody>
          <a:bodyPr wrap="square" lIns="0" tIns="0" rIns="0" bIns="0">
            <a:spAutoFit/>
          </a:bodyPr>
          <a:lstStyle>
            <a:lvl1pPr>
              <a:defRPr sz="6400" b="0" i="0">
                <a:solidFill>
                  <a:schemeClr val="bg1"/>
                </a:solidFill>
                <a:latin typeface="Arial"/>
                <a:cs typeface="Arial"/>
              </a:defRPr>
            </a:lvl1pPr>
          </a:lstStyle>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p:txBody>
      </p:sp>
      <p:sp>
        <p:nvSpPr>
          <p:cNvPr id="4" name="Holder 4"/>
          <p:cNvSpPr>
            <a:spLocks noGrp="1"/>
          </p:cNvSpPr>
          <p:nvPr>
            <p:ph type="ftr" idx="5" sz="quarter"/>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6" name="Holder 6"/>
          <p:cNvSpPr>
            <a:spLocks noGrp="1"/>
          </p:cNvSpPr>
          <p:nvPr>
            <p:ph type="sldNum" idx="7" sz="quarter"/>
          </p:nvPr>
        </p:nvSpPr>
        <p:spPr/>
        <p:txBody>
          <a:bodyPr lIns="0" tIns="0" rIns="0" bIns="0"/>
          <a:lstStyle>
            <a:lvl1pPr algn="r">
              <a:defRPr>
                <a:solidFill>
                  <a:schemeClr val="tx1">
                    <a:tint val="75000"/>
                  </a:schemeClr>
                </a:solidFill>
              </a:defRPr>
            </a:lvl1pPr>
          </a:lstStyle>
          <a:p>
            <a:fld id="{B6F15528-21DE-4FAA-801E-634DDDAF4B2B}" type="slidenum">
              <a:t>#</a:t>
            </a:fld>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6400" b="0" i="0">
                <a:solidFill>
                  <a:schemeClr val="bg1"/>
                </a:solidFill>
                <a:latin typeface="Arial"/>
                <a:cs typeface="Arial"/>
              </a:defRPr>
            </a:lvl1pPr>
          </a:lstStyle>
          <a:p/>
        </p:txBody>
      </p:sp>
      <p:sp>
        <p:nvSpPr>
          <p:cNvPr id="3" name="Holder 3"/>
          <p:cNvSpPr>
            <a:spLocks noGrp="1"/>
          </p:cNvSpPr>
          <p:nvPr>
            <p:ph type="body" idx="1"/>
          </p:nvPr>
        </p:nvSpPr>
        <p:spPr/>
        <p:txBody>
          <a:bodyPr lIns="0" tIns="0" rIns="0" bIns="0"/>
          <a:lstStyle>
            <a:lvl1pPr>
              <a:defRPr/>
            </a:lvl1pPr>
          </a:lstStyle>
          <a:p/>
        </p:txBody>
      </p:sp>
      <p:sp>
        <p:nvSpPr>
          <p:cNvPr id="4" name="Holder 4"/>
          <p:cNvSpPr>
            <a:spLocks noGrp="1"/>
          </p:cNvSpPr>
          <p:nvPr>
            <p:ph type="ftr" idx="5" sz="quarter"/>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6" name="Holder 6"/>
          <p:cNvSpPr>
            <a:spLocks noGrp="1"/>
          </p:cNvSpPr>
          <p:nvPr>
            <p:ph type="sldNum" idx="7" sz="quarter"/>
          </p:nvPr>
        </p:nvSpPr>
        <p:spPr/>
        <p:txBody>
          <a:bodyPr lIns="0" tIns="0" rIns="0" bIns="0"/>
          <a:lstStyle>
            <a:lvl1pPr algn="r">
              <a:defRPr>
                <a:solidFill>
                  <a:schemeClr val="tx1">
                    <a:tint val="75000"/>
                  </a:schemeClr>
                </a:solidFill>
              </a:defRPr>
            </a:lvl1pPr>
          </a:lstStyle>
          <a:p>
            <a:fld id="{B6F15528-21DE-4FAA-801E-634DDDAF4B2B}" type="slidenum">
              <a:t>#</a:t>
            </a:fld>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obj" showMasterSp="0">
  <p:cSld name="Two Content">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10160" y="6167120"/>
            <a:ext cx="12181840" cy="345440"/>
          </a:xfrm>
          <a:prstGeom prst="rect">
            <a:avLst/>
          </a:prstGeom>
        </p:spPr>
      </p:pic>
      <p:sp>
        <p:nvSpPr>
          <p:cNvPr id="2" name="Holder 2"/>
          <p:cNvSpPr>
            <a:spLocks noGrp="1"/>
          </p:cNvSpPr>
          <p:nvPr>
            <p:ph type="title"/>
          </p:nvPr>
        </p:nvSpPr>
        <p:spPr/>
        <p:txBody>
          <a:bodyPr lIns="0" tIns="0" rIns="0" bIns="0"/>
          <a:lstStyle>
            <a:lvl1pPr>
              <a:defRPr sz="6400" b="0" i="0">
                <a:solidFill>
                  <a:schemeClr val="bg1"/>
                </a:solidFill>
                <a:latin typeface="Arial"/>
                <a:cs typeface="Arial"/>
              </a:defRPr>
            </a:lvl1pPr>
          </a:lstStyle>
          <a:p/>
        </p:txBody>
      </p:sp>
      <p:sp>
        <p:nvSpPr>
          <p:cNvPr id="3" name="Holder 3"/>
          <p:cNvSpPr>
            <a:spLocks noGrp="1"/>
          </p:cNvSpPr>
          <p:nvPr>
            <p:ph idx="2" sz="half"/>
          </p:nvPr>
        </p:nvSpPr>
        <p:spPr>
          <a:xfrm>
            <a:off x="609600" y="1577340"/>
            <a:ext cx="5303520" cy="4526280"/>
          </a:xfrm>
          <a:prstGeom prst="rect">
            <a:avLst/>
          </a:prstGeom>
        </p:spPr>
        <p:txBody>
          <a:bodyPr wrap="square" lIns="0" tIns="0" rIns="0" bIns="0">
            <a:spAutoFit/>
          </a:bodyPr>
          <a:lstStyle>
            <a:lvl1pPr>
              <a:defRPr/>
            </a:lvl1pPr>
          </a:lstStyle>
          <a:p/>
        </p:txBody>
      </p:sp>
      <p:sp>
        <p:nvSpPr>
          <p:cNvPr id="4" name="Holder 4"/>
          <p:cNvSpPr>
            <a:spLocks noGrp="1"/>
          </p:cNvSpPr>
          <p:nvPr>
            <p:ph idx="3" sz="half"/>
          </p:nvPr>
        </p:nvSpPr>
        <p:spPr>
          <a:xfrm>
            <a:off x="6278880" y="1577340"/>
            <a:ext cx="5303520" cy="4526280"/>
          </a:xfrm>
          <a:prstGeom prst="rect">
            <a:avLst/>
          </a:prstGeom>
        </p:spPr>
        <p:txBody>
          <a:bodyPr wrap="square" lIns="0" tIns="0" rIns="0" bIns="0">
            <a:spAutoFit/>
          </a:bodyPr>
          <a:lstStyle>
            <a:lvl1pPr>
              <a:defRPr/>
            </a:lvl1pPr>
          </a:lstStyle>
          <a:p/>
        </p:txBody>
      </p:sp>
      <p:sp>
        <p:nvSpPr>
          <p:cNvPr id="5" name="Holder 5"/>
          <p:cNvSpPr>
            <a:spLocks noGrp="1"/>
          </p:cNvSpPr>
          <p:nvPr>
            <p:ph type="ftr" idx="5" sz="quarter"/>
          </p:nvPr>
        </p:nvSpPr>
        <p:spPr/>
        <p:txBody>
          <a:bodyPr lIns="0" tIns="0" rIns="0" bIns="0"/>
          <a:lstStyle>
            <a:lvl1pPr algn="ctr">
              <a:defRPr>
                <a:solidFill>
                  <a:schemeClr val="tx1">
                    <a:tint val="75000"/>
                  </a:schemeClr>
                </a:solidFill>
              </a:defRPr>
            </a:lvl1pPr>
          </a:lstStyle>
          <a:p/>
        </p:txBody>
      </p:sp>
      <p:sp>
        <p:nvSpPr>
          <p:cNvPr id="6" name="Holder 6"/>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7" name="Holder 7"/>
          <p:cNvSpPr>
            <a:spLocks noGrp="1"/>
          </p:cNvSpPr>
          <p:nvPr>
            <p:ph type="sldNum" idx="7" sz="quarter"/>
          </p:nvPr>
        </p:nvSpPr>
        <p:spPr/>
        <p:txBody>
          <a:bodyPr lIns="0" tIns="0" rIns="0" bIns="0"/>
          <a:lstStyle>
            <a:lvl1pPr algn="r">
              <a:defRPr>
                <a:solidFill>
                  <a:schemeClr val="tx1">
                    <a:tint val="75000"/>
                  </a:schemeClr>
                </a:solidFill>
              </a:defRPr>
            </a:lvl1pPr>
          </a:lstStyle>
          <a:p>
            <a:fld id="{B6F15528-21DE-4FAA-801E-634DDDAF4B2B}" type="slidenum">
              <a:t>#</a:t>
            </a:fld>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obj">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6400" b="0" i="0">
                <a:solidFill>
                  <a:schemeClr val="bg1"/>
                </a:solidFill>
                <a:latin typeface="Arial"/>
                <a:cs typeface="Arial"/>
              </a:defRPr>
            </a:lvl1pPr>
          </a:lstStyle>
          <a:p/>
        </p:txBody>
      </p:sp>
      <p:sp>
        <p:nvSpPr>
          <p:cNvPr id="3" name="Holder 3"/>
          <p:cNvSpPr>
            <a:spLocks noGrp="1"/>
          </p:cNvSpPr>
          <p:nvPr>
            <p:ph type="ftr" idx="5" sz="quarter"/>
          </p:nvPr>
        </p:nvSpPr>
        <p:spPr/>
        <p:txBody>
          <a:bodyPr lIns="0" tIns="0" rIns="0" bIns="0"/>
          <a:lstStyle>
            <a:lvl1pPr algn="ctr">
              <a:defRPr>
                <a:solidFill>
                  <a:schemeClr val="tx1">
                    <a:tint val="75000"/>
                  </a:schemeClr>
                </a:solidFill>
              </a:defRPr>
            </a:lvl1pPr>
          </a:lstStyle>
          <a:p/>
        </p:txBody>
      </p:sp>
      <p:sp>
        <p:nvSpPr>
          <p:cNvPr id="4" name="Holder 4"/>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5" name="Holder 5"/>
          <p:cNvSpPr>
            <a:spLocks noGrp="1"/>
          </p:cNvSpPr>
          <p:nvPr>
            <p:ph type="sldNum" idx="7" sz="quarter"/>
          </p:nvPr>
        </p:nvSpPr>
        <p:spPr/>
        <p:txBody>
          <a:bodyPr lIns="0" tIns="0" rIns="0" bIns="0"/>
          <a:lstStyle>
            <a:lvl1pPr algn="r">
              <a:defRPr>
                <a:solidFill>
                  <a:schemeClr val="tx1">
                    <a:tint val="75000"/>
                  </a:schemeClr>
                </a:solidFill>
              </a:defRPr>
            </a:lvl1pPr>
          </a:lstStyle>
          <a:p>
            <a:fld id="{B6F15528-21DE-4FAA-801E-634DDDAF4B2B}" type="slidenum">
              <a:t>#</a:t>
            </a:fld>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obj">
  <p:cSld name="Blank">
    <p:spTree>
      <p:nvGrpSpPr>
        <p:cNvPr id="1" name=""/>
        <p:cNvGrpSpPr/>
        <p:nvPr/>
      </p:nvGrpSpPr>
      <p:grpSpPr>
        <a:xfrm>
          <a:off x="0" y="0"/>
          <a:ext cx="0" cy="0"/>
          <a:chOff x="0" y="0"/>
          <a:chExt cx="0" cy="0"/>
        </a:xfrm>
      </p:grpSpPr>
      <p:sp>
        <p:nvSpPr>
          <p:cNvPr id="2" name="Holder 2"/>
          <p:cNvSpPr>
            <a:spLocks noGrp="1"/>
          </p:cNvSpPr>
          <p:nvPr>
            <p:ph type="ftr" idx="5" sz="quarter"/>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4" name="Holder 4"/>
          <p:cNvSpPr>
            <a:spLocks noGrp="1"/>
          </p:cNvSpPr>
          <p:nvPr>
            <p:ph type="sldNum" idx="7" sz="quarter"/>
          </p:nvPr>
        </p:nvSpPr>
        <p:spPr/>
        <p:txBody>
          <a:bodyPr lIns="0" tIns="0" rIns="0" bIns="0"/>
          <a:lstStyle>
            <a:lvl1pPr algn="r">
              <a:defRPr>
                <a:solidFill>
                  <a:schemeClr val="tx1">
                    <a:tint val="75000"/>
                  </a:schemeClr>
                </a:solidFill>
              </a:defRPr>
            </a:lvl1pPr>
          </a:lstStyle>
          <a:p>
            <a:fld id="{B6F15528-21DE-4FAA-801E-634DDDAF4B2B}" type="slidenum">
              <a:t>#</a:t>
            </a:fld>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520285" y="2566670"/>
            <a:ext cx="3151428" cy="1038860"/>
          </a:xfrm>
          <a:prstGeom prst="rect">
            <a:avLst/>
          </a:prstGeom>
        </p:spPr>
        <p:txBody>
          <a:bodyPr wrap="square" lIns="0" tIns="0" rIns="0" bIns="0">
            <a:spAutoFit/>
          </a:bodyPr>
          <a:lstStyle>
            <a:lvl1pPr>
              <a:defRPr sz="6400" b="0" i="0">
                <a:solidFill>
                  <a:schemeClr val="bg1"/>
                </a:solidFill>
                <a:latin typeface="Arial"/>
                <a:cs typeface="Arial"/>
              </a:defRPr>
            </a:lvl1pPr>
          </a:lstStyle>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p:txBody>
      </p:sp>
      <p:sp>
        <p:nvSpPr>
          <p:cNvPr id="4" name="Holder 4"/>
          <p:cNvSpPr>
            <a:spLocks noGrp="1"/>
          </p:cNvSpPr>
          <p:nvPr>
            <p:ph type="ftr" idx="5" sz="quarter"/>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p:txBody>
      </p:sp>
      <p:sp>
        <p:nvSpPr>
          <p:cNvPr id="5" name="Holder 5"/>
          <p:cNvSpPr>
            <a:spLocks noGrp="1"/>
          </p:cNvSpPr>
          <p:nvPr>
            <p:ph type="dt" idx="6" sz="half"/>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p>
        </p:txBody>
      </p:sp>
      <p:sp>
        <p:nvSpPr>
          <p:cNvPr id="6" name="Holder 6"/>
          <p:cNvSpPr>
            <a:spLocks noGrp="1"/>
          </p:cNvSpPr>
          <p:nvPr>
            <p:ph type="sldNum" idx="7" sz="quarter"/>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p>
        </p:txBody>
      </p:sp>
    </p:spTree>
  </p:cSld>
  <p:clrMap folHlink="folHlink" hlink="hlink" accent1="accent1" accent2="accent2" accent3="accent3" accent4="accent4" accent5="accent5" accent6="accent6" tx2="dk2" bg2="lt2" tx1="dk1" bg1="lt1"/>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jpg"/><Relationship Id="rId5" Type="http://schemas.openxmlformats.org/officeDocument/2006/relationships/image" Target="../media/image7.jpg"/><Relationship Id="rId6" Type="http://schemas.openxmlformats.org/officeDocument/2006/relationships/image" Target="../media/image8.png"/><Relationship Id="rId7" Type="http://schemas.openxmlformats.org/officeDocument/2006/relationships/image" Target="../media/image9.jpg"/><Relationship Id="rId8" Type="http://schemas.openxmlformats.org/officeDocument/2006/relationships/image" Target="../media/image10.png"/><Relationship Id="rId9" Type="http://schemas.openxmlformats.org/officeDocument/2006/relationships/image" Target="../media/image11.png"/><Relationship Id="rId10" Type="http://schemas.openxmlformats.org/officeDocument/2006/relationships/image" Target="../media/image12.png"/><Relationship Id="rId11" Type="http://schemas.openxmlformats.org/officeDocument/2006/relationships/image" Target="../media/image13.jpg"/><Relationship Id="rId12" Type="http://schemas.openxmlformats.org/officeDocument/2006/relationships/image" Target="../media/image14.png"/><Relationship Id="rId13" Type="http://schemas.openxmlformats.org/officeDocument/2006/relationships/image" Target="../media/image15.jpg"/><Relationship Id="rId14" Type="http://schemas.openxmlformats.org/officeDocument/2006/relationships/image" Target="../media/image16.png"/><Relationship Id="rId15" Type="http://schemas.openxmlformats.org/officeDocument/2006/relationships/image" Target="../media/image17.jpg"/><Relationship Id="rId16" Type="http://schemas.openxmlformats.org/officeDocument/2006/relationships/image" Target="../media/image18.jpg"/><Relationship Id="rId17" Type="http://schemas.openxmlformats.org/officeDocument/2006/relationships/image" Target="../media/image19.png"/><Relationship Id="rId18" Type="http://schemas.openxmlformats.org/officeDocument/2006/relationships/image" Target="../media/image20.png"/><Relationship Id="rId19" Type="http://schemas.openxmlformats.org/officeDocument/2006/relationships/image" Target="../media/image21.png"/><Relationship Id="rId20" Type="http://schemas.openxmlformats.org/officeDocument/2006/relationships/image" Target="../media/image22.jpg"/><Relationship Id="rId21" Type="http://schemas.openxmlformats.org/officeDocument/2006/relationships/image" Target="../media/image23.png"/><Relationship Id="rId22" Type="http://schemas.openxmlformats.org/officeDocument/2006/relationships/image" Target="../media/image24.jpg"/><Relationship Id="rId23" Type="http://schemas.openxmlformats.org/officeDocument/2006/relationships/image" Target="../media/image2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6.jpg"/><Relationship Id="rId3" Type="http://schemas.openxmlformats.org/officeDocument/2006/relationships/image" Target="../media/image27.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8.png"/><Relationship Id="rId3" Type="http://schemas.openxmlformats.org/officeDocument/2006/relationships/image" Target="../media/image29.jpg"/><Relationship Id="rId4" Type="http://schemas.openxmlformats.org/officeDocument/2006/relationships/image" Target="../media/image30.jpg"/><Relationship Id="rId5" Type="http://schemas.openxmlformats.org/officeDocument/2006/relationships/image" Target="../media/image31.png"/><Relationship Id="rId6" Type="http://schemas.openxmlformats.org/officeDocument/2006/relationships/image" Target="../media/image32.png"/><Relationship Id="rId7" Type="http://schemas.openxmlformats.org/officeDocument/2006/relationships/image" Target="../media/image33.png"/><Relationship Id="rId8" Type="http://schemas.openxmlformats.org/officeDocument/2006/relationships/image" Target="../media/image34.png"/><Relationship Id="rId9" Type="http://schemas.openxmlformats.org/officeDocument/2006/relationships/image" Target="../media/image35.png"/><Relationship Id="rId10" Type="http://schemas.openxmlformats.org/officeDocument/2006/relationships/image" Target="../media/image36.png"/><Relationship Id="rId11" Type="http://schemas.openxmlformats.org/officeDocument/2006/relationships/image" Target="../media/image37.png"/><Relationship Id="rId12" Type="http://schemas.openxmlformats.org/officeDocument/2006/relationships/image" Target="../media/image38.png"/><Relationship Id="rId13" Type="http://schemas.openxmlformats.org/officeDocument/2006/relationships/image" Target="../media/image39.png"/><Relationship Id="rId14" Type="http://schemas.openxmlformats.org/officeDocument/2006/relationships/image" Target="../media/image40.png"/><Relationship Id="rId15" Type="http://schemas.openxmlformats.org/officeDocument/2006/relationships/image" Target="../media/image41.jpg"/><Relationship Id="rId16" Type="http://schemas.openxmlformats.org/officeDocument/2006/relationships/image" Target="../media/image42.png"/><Relationship Id="rId17" Type="http://schemas.openxmlformats.org/officeDocument/2006/relationships/image" Target="../media/image43.jpg"/><Relationship Id="rId18" Type="http://schemas.openxmlformats.org/officeDocument/2006/relationships/image" Target="../media/image44.png"/><Relationship Id="rId19" Type="http://schemas.openxmlformats.org/officeDocument/2006/relationships/image" Target="../media/image45.jpg"/><Relationship Id="rId20" Type="http://schemas.openxmlformats.org/officeDocument/2006/relationships/image" Target="../media/image46.jpg"/><Relationship Id="rId21" Type="http://schemas.openxmlformats.org/officeDocument/2006/relationships/image" Target="../media/image47.jpg"/><Relationship Id="rId22" Type="http://schemas.openxmlformats.org/officeDocument/2006/relationships/image" Target="../media/image48.jpg"/><Relationship Id="rId23" Type="http://schemas.openxmlformats.org/officeDocument/2006/relationships/image" Target="../media/image49.jpg"/><Relationship Id="rId24" Type="http://schemas.openxmlformats.org/officeDocument/2006/relationships/image" Target="../media/image50.jpg"/><Relationship Id="rId25" Type="http://schemas.openxmlformats.org/officeDocument/2006/relationships/image" Target="../media/image51.jpg"/><Relationship Id="rId26" Type="http://schemas.openxmlformats.org/officeDocument/2006/relationships/image" Target="../media/image52.jpg"/><Relationship Id="rId27" Type="http://schemas.openxmlformats.org/officeDocument/2006/relationships/image" Target="../media/image5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4.jpg"/><Relationship Id="rId3" Type="http://schemas.openxmlformats.org/officeDocument/2006/relationships/image" Target="../media/image55.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6.png"/><Relationship Id="rId3" Type="http://schemas.openxmlformats.org/officeDocument/2006/relationships/image" Target="../media/image57.jpg"/><Relationship Id="rId4" Type="http://schemas.openxmlformats.org/officeDocument/2006/relationships/image" Target="../media/image58.png"/><Relationship Id="rId5" Type="http://schemas.openxmlformats.org/officeDocument/2006/relationships/image" Target="../media/image59.png"/><Relationship Id="rId6" Type="http://schemas.openxmlformats.org/officeDocument/2006/relationships/image" Target="../media/image60.png"/><Relationship Id="rId7" Type="http://schemas.openxmlformats.org/officeDocument/2006/relationships/image" Target="../media/image61.png"/><Relationship Id="rId8" Type="http://schemas.openxmlformats.org/officeDocument/2006/relationships/image" Target="../media/image62.png"/><Relationship Id="rId9" Type="http://schemas.openxmlformats.org/officeDocument/2006/relationships/image" Target="../media/image63.png"/><Relationship Id="rId10" Type="http://schemas.openxmlformats.org/officeDocument/2006/relationships/image" Target="../media/image64.png"/><Relationship Id="rId11" Type="http://schemas.openxmlformats.org/officeDocument/2006/relationships/image" Target="../media/image65.png"/><Relationship Id="rId12" Type="http://schemas.openxmlformats.org/officeDocument/2006/relationships/image" Target="../media/image66.png"/><Relationship Id="rId13" Type="http://schemas.openxmlformats.org/officeDocument/2006/relationships/image" Target="../media/image67.jpg"/><Relationship Id="rId14" Type="http://schemas.openxmlformats.org/officeDocument/2006/relationships/image" Target="../media/image68.jpg"/><Relationship Id="rId15" Type="http://schemas.openxmlformats.org/officeDocument/2006/relationships/image" Target="../media/image69.jpg"/><Relationship Id="rId16" Type="http://schemas.openxmlformats.org/officeDocument/2006/relationships/image" Target="../media/image70.png"/><Relationship Id="rId17" Type="http://schemas.openxmlformats.org/officeDocument/2006/relationships/image" Target="../media/image71.png"/><Relationship Id="rId18" Type="http://schemas.openxmlformats.org/officeDocument/2006/relationships/image" Target="../media/image72.png"/><Relationship Id="rId19" Type="http://schemas.openxmlformats.org/officeDocument/2006/relationships/image" Target="../media/image73.png"/><Relationship Id="rId20" Type="http://schemas.openxmlformats.org/officeDocument/2006/relationships/image" Target="../media/image74.png"/><Relationship Id="rId21" Type="http://schemas.openxmlformats.org/officeDocument/2006/relationships/image" Target="../media/image75.png"/><Relationship Id="rId22" Type="http://schemas.openxmlformats.org/officeDocument/2006/relationships/image" Target="../media/image76.png"/><Relationship Id="rId23" Type="http://schemas.openxmlformats.org/officeDocument/2006/relationships/image" Target="../media/image77.png"/><Relationship Id="rId24" Type="http://schemas.openxmlformats.org/officeDocument/2006/relationships/image" Target="../media/image78.png"/><Relationship Id="rId25" Type="http://schemas.openxmlformats.org/officeDocument/2006/relationships/image" Target="../media/image7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0.png"/><Relationship Id="rId3" Type="http://schemas.openxmlformats.org/officeDocument/2006/relationships/image" Target="../media/image81.jpg"/><Relationship Id="rId4" Type="http://schemas.openxmlformats.org/officeDocument/2006/relationships/image" Target="../media/image82.png"/><Relationship Id="rId5" Type="http://schemas.openxmlformats.org/officeDocument/2006/relationships/image" Target="../media/image83.png"/><Relationship Id="rId6" Type="http://schemas.openxmlformats.org/officeDocument/2006/relationships/image" Target="../media/image84.png"/><Relationship Id="rId7" Type="http://schemas.openxmlformats.org/officeDocument/2006/relationships/image" Target="../media/image85.png"/><Relationship Id="rId8" Type="http://schemas.openxmlformats.org/officeDocument/2006/relationships/image" Target="../media/image8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87.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8.png"/><Relationship Id="rId3" Type="http://schemas.openxmlformats.org/officeDocument/2006/relationships/image" Target="../media/image89.jpg"/><Relationship Id="rId4" Type="http://schemas.openxmlformats.org/officeDocument/2006/relationships/image" Target="../media/image90.png"/><Relationship Id="rId5" Type="http://schemas.openxmlformats.org/officeDocument/2006/relationships/image" Target="../media/image91.png"/><Relationship Id="rId6" Type="http://schemas.openxmlformats.org/officeDocument/2006/relationships/image" Target="../media/image92.png"/><Relationship Id="rId7" Type="http://schemas.openxmlformats.org/officeDocument/2006/relationships/image" Target="../media/image93.jpg"/><Relationship Id="rId8" Type="http://schemas.openxmlformats.org/officeDocument/2006/relationships/image" Target="../media/image94.png"/><Relationship Id="rId9" Type="http://schemas.openxmlformats.org/officeDocument/2006/relationships/image" Target="../media/image95.jpg"/><Relationship Id="rId10" Type="http://schemas.openxmlformats.org/officeDocument/2006/relationships/image" Target="../media/image96.png"/><Relationship Id="rId11" Type="http://schemas.openxmlformats.org/officeDocument/2006/relationships/image" Target="../media/image97.png"/><Relationship Id="rId12" Type="http://schemas.openxmlformats.org/officeDocument/2006/relationships/image" Target="../media/image98.png"/><Relationship Id="rId13" Type="http://schemas.openxmlformats.org/officeDocument/2006/relationships/image" Target="../media/image99.jpg"/><Relationship Id="rId14" Type="http://schemas.openxmlformats.org/officeDocument/2006/relationships/image" Target="../media/image100.png"/><Relationship Id="rId15" Type="http://schemas.openxmlformats.org/officeDocument/2006/relationships/image" Target="../media/image101.jpg"/><Relationship Id="rId16" Type="http://schemas.openxmlformats.org/officeDocument/2006/relationships/image" Target="../media/image102.png"/><Relationship Id="rId17" Type="http://schemas.openxmlformats.org/officeDocument/2006/relationships/image" Target="../media/image103.jpg"/><Relationship Id="rId18" Type="http://schemas.openxmlformats.org/officeDocument/2006/relationships/image" Target="../media/image104.png"/><Relationship Id="rId19" Type="http://schemas.openxmlformats.org/officeDocument/2006/relationships/image" Target="../media/image105.jpg"/><Relationship Id="rId20" Type="http://schemas.openxmlformats.org/officeDocument/2006/relationships/image" Target="../media/image106.png"/><Relationship Id="rId21" Type="http://schemas.openxmlformats.org/officeDocument/2006/relationships/image" Target="../media/image107.jpg"/><Relationship Id="rId22" Type="http://schemas.openxmlformats.org/officeDocument/2006/relationships/image" Target="../media/image108.png"/><Relationship Id="rId23" Type="http://schemas.openxmlformats.org/officeDocument/2006/relationships/notesSlide" Target="../notesSlides/notesSlide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09.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10.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1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12.png"/><Relationship Id="rId3" Type="http://schemas.openxmlformats.org/officeDocument/2006/relationships/image" Target="../media/image113.jpg"/><Relationship Id="rId4" Type="http://schemas.openxmlformats.org/officeDocument/2006/relationships/image" Target="../media/image114.jp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jpg"/><Relationship Id="rId9" Type="http://schemas.openxmlformats.org/officeDocument/2006/relationships/image" Target="../media/image11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20.png"/><Relationship Id="rId3" Type="http://schemas.openxmlformats.org/officeDocument/2006/relationships/image" Target="../media/image121.jpg"/><Relationship Id="rId4" Type="http://schemas.openxmlformats.org/officeDocument/2006/relationships/image" Target="../media/image122.jpg"/><Relationship Id="rId5" Type="http://schemas.openxmlformats.org/officeDocument/2006/relationships/image" Target="../media/image123.png"/><Relationship Id="rId6" Type="http://schemas.openxmlformats.org/officeDocument/2006/relationships/image" Target="../media/image124.jpg"/><Relationship Id="rId7" Type="http://schemas.openxmlformats.org/officeDocument/2006/relationships/image" Target="../media/image125.jpg"/><Relationship Id="rId8" Type="http://schemas.openxmlformats.org/officeDocument/2006/relationships/image" Target="../media/image126.png"/><Relationship Id="rId9" Type="http://schemas.openxmlformats.org/officeDocument/2006/relationships/image" Target="../media/image127.png"/><Relationship Id="rId10" Type="http://schemas.openxmlformats.org/officeDocument/2006/relationships/image" Target="../media/image128.png"/><Relationship Id="rId11" Type="http://schemas.openxmlformats.org/officeDocument/2006/relationships/image" Target="../media/image129.jpg"/><Relationship Id="rId12" Type="http://schemas.openxmlformats.org/officeDocument/2006/relationships/image" Target="../media/image130.png"/><Relationship Id="rId13" Type="http://schemas.openxmlformats.org/officeDocument/2006/relationships/image" Target="../media/image131.jpg"/><Relationship Id="rId14" Type="http://schemas.openxmlformats.org/officeDocument/2006/relationships/image" Target="../media/image132.png"/><Relationship Id="rId15" Type="http://schemas.openxmlformats.org/officeDocument/2006/relationships/image" Target="../media/image133.jpg"/><Relationship Id="rId16" Type="http://schemas.openxmlformats.org/officeDocument/2006/relationships/image" Target="../media/image13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5.png"/><Relationship Id="rId3" Type="http://schemas.openxmlformats.org/officeDocument/2006/relationships/image" Target="../media/image136.jpg"/><Relationship Id="rId4" Type="http://schemas.openxmlformats.org/officeDocument/2006/relationships/image" Target="../media/image137.jpg"/><Relationship Id="rId5" Type="http://schemas.openxmlformats.org/officeDocument/2006/relationships/image" Target="../media/image138.jpg"/><Relationship Id="rId6" Type="http://schemas.openxmlformats.org/officeDocument/2006/relationships/image" Target="../media/image139.jpg"/><Relationship Id="rId7" Type="http://schemas.openxmlformats.org/officeDocument/2006/relationships/image" Target="../media/image140.jpg"/><Relationship Id="rId8" Type="http://schemas.openxmlformats.org/officeDocument/2006/relationships/image" Target="../media/image141.png"/><Relationship Id="rId9" Type="http://schemas.openxmlformats.org/officeDocument/2006/relationships/image" Target="../media/image142.png"/><Relationship Id="rId10" Type="http://schemas.openxmlformats.org/officeDocument/2006/relationships/image" Target="../media/image143.png"/><Relationship Id="rId11" Type="http://schemas.openxmlformats.org/officeDocument/2006/relationships/image" Target="../media/image144.png"/><Relationship Id="rId12" Type="http://schemas.openxmlformats.org/officeDocument/2006/relationships/image" Target="../media/image145.png"/><Relationship Id="rId13" Type="http://schemas.openxmlformats.org/officeDocument/2006/relationships/image" Target="../media/image146.jpg"/><Relationship Id="rId14" Type="http://schemas.openxmlformats.org/officeDocument/2006/relationships/image" Target="../media/image147.jpg"/><Relationship Id="rId15" Type="http://schemas.openxmlformats.org/officeDocument/2006/relationships/image" Target="../media/image148.jpg"/><Relationship Id="rId16" Type="http://schemas.openxmlformats.org/officeDocument/2006/relationships/image" Target="../media/image149.jpg"/><Relationship Id="rId17" Type="http://schemas.openxmlformats.org/officeDocument/2006/relationships/image" Target="../media/image150.png"/><Relationship Id="rId18" Type="http://schemas.openxmlformats.org/officeDocument/2006/relationships/image" Target="../media/image151.png"/><Relationship Id="rId19" Type="http://schemas.openxmlformats.org/officeDocument/2006/relationships/image" Target="../media/image152.png"/><Relationship Id="rId20" Type="http://schemas.openxmlformats.org/officeDocument/2006/relationships/image" Target="../media/image153.png"/><Relationship Id="rId21" Type="http://schemas.openxmlformats.org/officeDocument/2006/relationships/image" Target="../media/image154.png"/><Relationship Id="rId22" Type="http://schemas.openxmlformats.org/officeDocument/2006/relationships/image" Target="../media/image155.png"/><Relationship Id="rId23" Type="http://schemas.openxmlformats.org/officeDocument/2006/relationships/image" Target="../media/image156.jpg"/><Relationship Id="rId24" Type="http://schemas.openxmlformats.org/officeDocument/2006/relationships/image" Target="../media/image157.png"/><Relationship Id="rId25" Type="http://schemas.openxmlformats.org/officeDocument/2006/relationships/image" Target="../media/image158.jpg"/><Relationship Id="rId26" Type="http://schemas.openxmlformats.org/officeDocument/2006/relationships/image" Target="../media/image159.png"/><Relationship Id="rId27" Type="http://schemas.openxmlformats.org/officeDocument/2006/relationships/image" Target="../media/image160.jpg"/><Relationship Id="rId28" Type="http://schemas.openxmlformats.org/officeDocument/2006/relationships/image" Target="../media/image161.png"/><Relationship Id="rId29" Type="http://schemas.openxmlformats.org/officeDocument/2006/relationships/image" Target="../media/image162.jpg"/><Relationship Id="rId30" Type="http://schemas.openxmlformats.org/officeDocument/2006/relationships/image" Target="../media/image163.png"/><Relationship Id="rId31" Type="http://schemas.openxmlformats.org/officeDocument/2006/relationships/image" Target="../media/image164.png"/><Relationship Id="rId32" Type="http://schemas.openxmlformats.org/officeDocument/2006/relationships/image" Target="../media/image165.png"/><Relationship Id="rId33" Type="http://schemas.openxmlformats.org/officeDocument/2006/relationships/image" Target="../media/image166.jpg"/><Relationship Id="rId34" Type="http://schemas.openxmlformats.org/officeDocument/2006/relationships/image" Target="../media/image167.png"/><Relationship Id="rId35" Type="http://schemas.openxmlformats.org/officeDocument/2006/relationships/image" Target="../media/image168.jpg"/><Relationship Id="rId36" Type="http://schemas.openxmlformats.org/officeDocument/2006/relationships/image" Target="../media/image169.jpg"/><Relationship Id="rId37" Type="http://schemas.openxmlformats.org/officeDocument/2006/relationships/image" Target="../media/image170.jpg"/><Relationship Id="rId38" Type="http://schemas.openxmlformats.org/officeDocument/2006/relationships/image" Target="../media/image171.jpg"/><Relationship Id="rId39" Type="http://schemas.openxmlformats.org/officeDocument/2006/relationships/image" Target="../media/image172.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3.jpg"/><Relationship Id="rId3" Type="http://schemas.openxmlformats.org/officeDocument/2006/relationships/image" Target="../media/image174.jpg"/><Relationship Id="rId4" Type="http://schemas.openxmlformats.org/officeDocument/2006/relationships/image" Target="../media/image175.png"/><Relationship Id="rId5" Type="http://schemas.openxmlformats.org/officeDocument/2006/relationships/image" Target="../media/image176.jpg"/><Relationship Id="rId6" Type="http://schemas.openxmlformats.org/officeDocument/2006/relationships/image" Target="../media/image177.png"/><Relationship Id="rId7" Type="http://schemas.openxmlformats.org/officeDocument/2006/relationships/image" Target="../media/image178.png"/><Relationship Id="rId8" Type="http://schemas.openxmlformats.org/officeDocument/2006/relationships/image" Target="../media/image179.png"/><Relationship Id="rId9" Type="http://schemas.openxmlformats.org/officeDocument/2006/relationships/image" Target="../media/image180.png"/><Relationship Id="rId10" Type="http://schemas.openxmlformats.org/officeDocument/2006/relationships/image" Target="../media/image181.png"/><Relationship Id="rId11" Type="http://schemas.openxmlformats.org/officeDocument/2006/relationships/image" Target="../media/image182.png"/><Relationship Id="rId12" Type="http://schemas.openxmlformats.org/officeDocument/2006/relationships/image" Target="../media/image183.png"/><Relationship Id="rId13" Type="http://schemas.openxmlformats.org/officeDocument/2006/relationships/image" Target="../media/image184.png"/><Relationship Id="rId14" Type="http://schemas.openxmlformats.org/officeDocument/2006/relationships/image" Target="../media/image185.jpg"/><Relationship Id="rId15" Type="http://schemas.openxmlformats.org/officeDocument/2006/relationships/image" Target="../media/image186.png"/><Relationship Id="rId16" Type="http://schemas.openxmlformats.org/officeDocument/2006/relationships/image" Target="../media/image187.jpg"/><Relationship Id="rId17" Type="http://schemas.openxmlformats.org/officeDocument/2006/relationships/image" Target="../media/image188.jpg"/><Relationship Id="rId18" Type="http://schemas.openxmlformats.org/officeDocument/2006/relationships/image" Target="../media/image189.jpg"/><Relationship Id="rId19" Type="http://schemas.openxmlformats.org/officeDocument/2006/relationships/image" Target="../media/image190.png"/><Relationship Id="rId20" Type="http://schemas.openxmlformats.org/officeDocument/2006/relationships/image" Target="../media/image191.jpg"/><Relationship Id="rId21" Type="http://schemas.openxmlformats.org/officeDocument/2006/relationships/image" Target="../media/image192.jpg"/><Relationship Id="rId22" Type="http://schemas.openxmlformats.org/officeDocument/2006/relationships/image" Target="../media/image193.jpg"/><Relationship Id="rId23" Type="http://schemas.openxmlformats.org/officeDocument/2006/relationships/image" Target="../media/image194.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95.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96.png"/><Relationship Id="rId3" Type="http://schemas.openxmlformats.org/officeDocument/2006/relationships/image" Target="../media/image197.jpg"/><Relationship Id="rId4" Type="http://schemas.openxmlformats.org/officeDocument/2006/relationships/image" Target="../media/image198.png"/><Relationship Id="rId5" Type="http://schemas.openxmlformats.org/officeDocument/2006/relationships/image" Target="../media/image199.png"/><Relationship Id="rId6" Type="http://schemas.openxmlformats.org/officeDocument/2006/relationships/image" Target="../media/image200.png"/><Relationship Id="rId7" Type="http://schemas.openxmlformats.org/officeDocument/2006/relationships/notesSlide" Target="../notesSlides/notesSlide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01.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02.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03.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04.png"/><Relationship Id="rId3" Type="http://schemas.openxmlformats.org/officeDocument/2006/relationships/image" Target="../media/image205.jpg"/><Relationship Id="rId4" Type="http://schemas.openxmlformats.org/officeDocument/2006/relationships/image" Target="../media/image206.jpg"/><Relationship Id="rId5" Type="http://schemas.openxmlformats.org/officeDocument/2006/relationships/image" Target="../media/image207.jpg"/><Relationship Id="rId6" Type="http://schemas.openxmlformats.org/officeDocument/2006/relationships/image" Target="../media/image208.png"/><Relationship Id="rId7" Type="http://schemas.openxmlformats.org/officeDocument/2006/relationships/image" Target="../media/image209.png"/><Relationship Id="rId8" Type="http://schemas.openxmlformats.org/officeDocument/2006/relationships/image" Target="../media/image210.png"/><Relationship Id="rId9" Type="http://schemas.openxmlformats.org/officeDocument/2006/relationships/image" Target="../media/image211.png"/><Relationship Id="rId10" Type="http://schemas.openxmlformats.org/officeDocument/2006/relationships/image" Target="../media/image212.png"/><Relationship Id="rId11" Type="http://schemas.openxmlformats.org/officeDocument/2006/relationships/image" Target="../media/image213.png"/><Relationship Id="rId12" Type="http://schemas.openxmlformats.org/officeDocument/2006/relationships/image" Target="../media/image214.png"/><Relationship Id="rId13" Type="http://schemas.openxmlformats.org/officeDocument/2006/relationships/image" Target="../media/image215.jpg"/><Relationship Id="rId14" Type="http://schemas.openxmlformats.org/officeDocument/2006/relationships/image" Target="../media/image216.png"/><Relationship Id="rId15" Type="http://schemas.openxmlformats.org/officeDocument/2006/relationships/image" Target="../media/image217.png"/><Relationship Id="rId16" Type="http://schemas.openxmlformats.org/officeDocument/2006/relationships/image" Target="../media/image218.png"/><Relationship Id="rId17" Type="http://schemas.openxmlformats.org/officeDocument/2006/relationships/image" Target="../media/image219.png"/><Relationship Id="rId18" Type="http://schemas.openxmlformats.org/officeDocument/2006/relationships/image" Target="../media/image220.png"/><Relationship Id="rId19" Type="http://schemas.openxmlformats.org/officeDocument/2006/relationships/image" Target="../media/image221.jpg"/><Relationship Id="rId20" Type="http://schemas.openxmlformats.org/officeDocument/2006/relationships/image" Target="../media/image222.jpg"/><Relationship Id="rId21" Type="http://schemas.openxmlformats.org/officeDocument/2006/relationships/image" Target="../media/image223.png"/><Relationship Id="rId22" Type="http://schemas.openxmlformats.org/officeDocument/2006/relationships/image" Target="../media/image224.png"/><Relationship Id="rId23" Type="http://schemas.openxmlformats.org/officeDocument/2006/relationships/image" Target="../media/image225.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10262" y="6221479"/>
            <a:ext cx="12181737" cy="369592"/>
          </a:xfrm>
          <a:prstGeom prst="rect">
            <a:avLst/>
          </a:prstGeom>
        </p:spPr>
      </p:pic>
      <p:sp>
        <p:nvSpPr>
          <p:cNvPr id="3" name="object 3" descr=""/>
          <p:cNvSpPr/>
          <p:nvPr/>
        </p:nvSpPr>
        <p:spPr>
          <a:xfrm>
            <a:off x="2688808" y="2761679"/>
            <a:ext cx="7204709" cy="513715"/>
          </a:xfrm>
          <a:custGeom>
            <a:avLst/>
            <a:gdLst/>
            <a:ahLst/>
            <a:cxnLst/>
            <a:rect l="l" t="t" r="r" b="b"/>
            <a:pathLst>
              <a:path w="7204709" h="513714">
                <a:moveTo>
                  <a:pt x="7204366" y="513323"/>
                </a:moveTo>
                <a:lnTo>
                  <a:pt x="0" y="513323"/>
                </a:lnTo>
                <a:lnTo>
                  <a:pt x="0" y="0"/>
                </a:lnTo>
                <a:lnTo>
                  <a:pt x="7204366" y="0"/>
                </a:lnTo>
                <a:lnTo>
                  <a:pt x="7204366" y="513323"/>
                </a:lnTo>
                <a:close/>
              </a:path>
            </a:pathLst>
          </a:custGeom>
          <a:solidFill>
            <a:srgbClr val="977B7C"/>
          </a:solidFill>
        </p:spPr>
        <p:txBody>
          <a:bodyPr wrap="square" lIns="0" tIns="0" rIns="0" bIns="0" rtlCol="0"/>
          <a:lstStyle/>
          <a:p/>
        </p:txBody>
      </p:sp>
      <p:sp>
        <p:nvSpPr>
          <p:cNvPr id="4" name="object 4"/>
          <p:cNvSpPr txBox="1">
            <a:spLocks noGrp="1"/>
          </p:cNvSpPr>
          <p:nvPr>
            <p:ph type="title"/>
          </p:nvPr>
        </p:nvSpPr>
        <p:spPr>
          <a:xfrm>
            <a:off x="2680646" y="2460377"/>
            <a:ext cx="7169784" cy="963294"/>
          </a:xfrm>
          <a:prstGeom prst="rect"/>
        </p:spPr>
        <p:txBody>
          <a:bodyPr wrap="square" lIns="0" tIns="12700" rIns="0" bIns="0" rtlCol="0" vert="horz">
            <a:spAutoFit/>
          </a:bodyPr>
          <a:lstStyle/>
          <a:p>
            <a:pPr marL="12700">
              <a:lnSpc>
                <a:spcPct val="100000"/>
              </a:lnSpc>
              <a:spcBef>
                <a:spcPts val="100"/>
              </a:spcBef>
            </a:pPr>
            <a:r>
              <a:rPr dirty="0" sz="6150">
                <a:latin typeface="Calibri"/>
                <a:cs typeface="Calibri"/>
              </a:rPr>
              <a:t>TURNING</a:t>
            </a:r>
            <a:r>
              <a:rPr dirty="0" sz="6150" spc="-265">
                <a:latin typeface="Calibri"/>
                <a:cs typeface="Calibri"/>
              </a:rPr>
              <a:t> </a:t>
            </a:r>
            <a:r>
              <a:rPr dirty="0" sz="6150" spc="-10">
                <a:latin typeface="Calibri"/>
                <a:cs typeface="Calibri"/>
              </a:rPr>
              <a:t>CUSTOMERS</a:t>
            </a:r>
            <a:endParaRPr sz="6150">
              <a:latin typeface="Calibri"/>
              <a:cs typeface="Calibri"/>
            </a:endParaRPr>
          </a:p>
        </p:txBody>
      </p:sp>
      <p:sp>
        <p:nvSpPr>
          <p:cNvPr id="5" name="object 5" descr=""/>
          <p:cNvSpPr/>
          <p:nvPr/>
        </p:nvSpPr>
        <p:spPr>
          <a:xfrm>
            <a:off x="3253252" y="3572731"/>
            <a:ext cx="6127115" cy="513715"/>
          </a:xfrm>
          <a:custGeom>
            <a:avLst/>
            <a:gdLst/>
            <a:ahLst/>
            <a:cxnLst/>
            <a:rect l="l" t="t" r="r" b="b"/>
            <a:pathLst>
              <a:path w="6127115" h="513714">
                <a:moveTo>
                  <a:pt x="6126790" y="513323"/>
                </a:moveTo>
                <a:lnTo>
                  <a:pt x="0" y="513323"/>
                </a:lnTo>
                <a:lnTo>
                  <a:pt x="0" y="0"/>
                </a:lnTo>
                <a:lnTo>
                  <a:pt x="6126790" y="0"/>
                </a:lnTo>
                <a:lnTo>
                  <a:pt x="6126790" y="513323"/>
                </a:lnTo>
                <a:close/>
              </a:path>
            </a:pathLst>
          </a:custGeom>
          <a:solidFill>
            <a:srgbClr val="8C7272"/>
          </a:solidFill>
        </p:spPr>
        <p:txBody>
          <a:bodyPr wrap="square" lIns="0" tIns="0" rIns="0" bIns="0" rtlCol="0"/>
          <a:lstStyle/>
          <a:p/>
        </p:txBody>
      </p:sp>
      <p:sp>
        <p:nvSpPr>
          <p:cNvPr id="6" name="object 6" descr=""/>
          <p:cNvSpPr txBox="1"/>
          <p:nvPr/>
        </p:nvSpPr>
        <p:spPr>
          <a:xfrm>
            <a:off x="3196435" y="3282836"/>
            <a:ext cx="6138545" cy="949960"/>
          </a:xfrm>
          <a:prstGeom prst="rect">
            <a:avLst/>
          </a:prstGeom>
        </p:spPr>
        <p:txBody>
          <a:bodyPr wrap="square" lIns="0" tIns="13970" rIns="0" bIns="0" rtlCol="0" vert="horz">
            <a:spAutoFit/>
          </a:bodyPr>
          <a:lstStyle/>
          <a:p>
            <a:pPr marL="12700">
              <a:lnSpc>
                <a:spcPct val="100000"/>
              </a:lnSpc>
              <a:spcBef>
                <a:spcPts val="110"/>
              </a:spcBef>
            </a:pPr>
            <a:r>
              <a:rPr dirty="0" sz="6050">
                <a:solidFill>
                  <a:srgbClr val="FFFFFF"/>
                </a:solidFill>
                <a:latin typeface="Calibri"/>
                <a:cs typeface="Calibri"/>
              </a:rPr>
              <a:t>INTO</a:t>
            </a:r>
            <a:r>
              <a:rPr dirty="0" sz="6050" spc="240">
                <a:solidFill>
                  <a:srgbClr val="FFFFFF"/>
                </a:solidFill>
                <a:latin typeface="Calibri"/>
                <a:cs typeface="Calibri"/>
              </a:rPr>
              <a:t> </a:t>
            </a:r>
            <a:r>
              <a:rPr dirty="0" sz="6050" spc="75">
                <a:solidFill>
                  <a:srgbClr val="FFFFFF"/>
                </a:solidFill>
                <a:latin typeface="Calibri"/>
                <a:cs typeface="Calibri"/>
              </a:rPr>
              <a:t>SUBSCRIBERS</a:t>
            </a:r>
            <a:endParaRPr sz="6050">
              <a:latin typeface="Calibri"/>
              <a:cs typeface="Calibri"/>
            </a:endParaRPr>
          </a:p>
        </p:txBody>
      </p:sp>
      <p:sp>
        <p:nvSpPr>
          <p:cNvPr id="7" name="object 7" descr=""/>
          <p:cNvSpPr/>
          <p:nvPr/>
        </p:nvSpPr>
        <p:spPr>
          <a:xfrm>
            <a:off x="10262" y="5831353"/>
            <a:ext cx="12171680" cy="297815"/>
          </a:xfrm>
          <a:custGeom>
            <a:avLst/>
            <a:gdLst/>
            <a:ahLst/>
            <a:cxnLst/>
            <a:rect l="l" t="t" r="r" b="b"/>
            <a:pathLst>
              <a:path w="12171680" h="297814">
                <a:moveTo>
                  <a:pt x="12171480" y="297727"/>
                </a:moveTo>
                <a:lnTo>
                  <a:pt x="0" y="297727"/>
                </a:lnTo>
                <a:lnTo>
                  <a:pt x="0" y="0"/>
                </a:lnTo>
                <a:lnTo>
                  <a:pt x="12171480" y="0"/>
                </a:lnTo>
                <a:lnTo>
                  <a:pt x="12171480" y="297727"/>
                </a:lnTo>
                <a:close/>
              </a:path>
            </a:pathLst>
          </a:custGeom>
          <a:solidFill>
            <a:srgbClr val="777579"/>
          </a:solidFill>
        </p:spPr>
        <p:txBody>
          <a:bodyPr wrap="square" lIns="0" tIns="0" rIns="0" bIns="0" rtlCol="0"/>
          <a:lstStyle/>
          <a:p/>
        </p:txBody>
      </p:sp>
      <p:sp>
        <p:nvSpPr>
          <p:cNvPr id="8" name="object 8" descr=""/>
          <p:cNvSpPr txBox="1"/>
          <p:nvPr/>
        </p:nvSpPr>
        <p:spPr>
          <a:xfrm>
            <a:off x="481644" y="5735380"/>
            <a:ext cx="1503680" cy="470534"/>
          </a:xfrm>
          <a:prstGeom prst="rect">
            <a:avLst/>
          </a:prstGeom>
        </p:spPr>
        <p:txBody>
          <a:bodyPr wrap="square" lIns="0" tIns="15240" rIns="0" bIns="0" rtlCol="0" vert="horz">
            <a:spAutoFit/>
          </a:bodyPr>
          <a:lstStyle/>
          <a:p>
            <a:pPr marL="12700">
              <a:lnSpc>
                <a:spcPct val="100000"/>
              </a:lnSpc>
              <a:spcBef>
                <a:spcPts val="120"/>
              </a:spcBef>
            </a:pPr>
            <a:r>
              <a:rPr dirty="0" sz="2900" spc="-80">
                <a:solidFill>
                  <a:srgbClr val="FFFFFF"/>
                </a:solidFill>
                <a:latin typeface="Arial"/>
                <a:cs typeface="Arial"/>
              </a:rPr>
              <a:t>Tien</a:t>
            </a:r>
            <a:r>
              <a:rPr dirty="0" sz="2900" spc="-114">
                <a:solidFill>
                  <a:srgbClr val="FFFFFF"/>
                </a:solidFill>
                <a:latin typeface="Arial"/>
                <a:cs typeface="Arial"/>
              </a:rPr>
              <a:t> </a:t>
            </a:r>
            <a:r>
              <a:rPr dirty="0" sz="2900" spc="-200">
                <a:solidFill>
                  <a:srgbClr val="FFFFFF"/>
                </a:solidFill>
                <a:latin typeface="Arial"/>
                <a:cs typeface="Arial"/>
              </a:rPr>
              <a:t>Tzuo</a:t>
            </a:r>
            <a:endParaRPr sz="2900">
              <a:latin typeface="Arial"/>
              <a:cs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10160" y="6156960"/>
            <a:ext cx="12181840" cy="355600"/>
          </a:xfrm>
          <a:prstGeom prst="rect">
            <a:avLst/>
          </a:prstGeom>
        </p:spPr>
      </p:pic>
      <p:sp>
        <p:nvSpPr>
          <p:cNvPr id="3" name="object 3" descr=""/>
          <p:cNvSpPr/>
          <p:nvPr/>
        </p:nvSpPr>
        <p:spPr>
          <a:xfrm>
            <a:off x="3251200" y="2296160"/>
            <a:ext cx="5831840" cy="508000"/>
          </a:xfrm>
          <a:custGeom>
            <a:avLst/>
            <a:gdLst/>
            <a:ahLst/>
            <a:cxnLst/>
            <a:rect l="l" t="t" r="r" b="b"/>
            <a:pathLst>
              <a:path w="5831840" h="508000">
                <a:moveTo>
                  <a:pt x="5831840" y="508000"/>
                </a:moveTo>
                <a:lnTo>
                  <a:pt x="0" y="508000"/>
                </a:lnTo>
                <a:lnTo>
                  <a:pt x="0" y="0"/>
                </a:lnTo>
                <a:lnTo>
                  <a:pt x="5831840" y="0"/>
                </a:lnTo>
                <a:lnTo>
                  <a:pt x="5831840" y="508000"/>
                </a:lnTo>
                <a:close/>
              </a:path>
            </a:pathLst>
          </a:custGeom>
          <a:solidFill>
            <a:srgbClr val="AC805D"/>
          </a:solidFill>
        </p:spPr>
        <p:txBody>
          <a:bodyPr wrap="square" lIns="0" tIns="0" rIns="0" bIns="0" rtlCol="0"/>
          <a:lstStyle/>
          <a:p/>
        </p:txBody>
      </p:sp>
      <p:sp>
        <p:nvSpPr>
          <p:cNvPr id="4" name="object 4"/>
          <p:cNvSpPr txBox="1"/>
          <p:nvPr/>
        </p:nvSpPr>
        <p:spPr>
          <a:xfrm>
            <a:off x="3239820" y="2034540"/>
            <a:ext cx="5843270" cy="909319"/>
          </a:xfrm>
          <a:prstGeom prst="rect">
            <a:avLst/>
          </a:prstGeom>
        </p:spPr>
        <p:txBody>
          <a:bodyPr wrap="square" lIns="0" tIns="12700" rIns="0" bIns="0" rtlCol="0" vert="horz">
            <a:spAutoFit/>
          </a:bodyPr>
          <a:lstStyle/>
          <a:p>
            <a:pPr marL="12700">
              <a:lnSpc>
                <a:spcPct val="100000"/>
              </a:lnSpc>
              <a:spcBef>
                <a:spcPts val="100"/>
              </a:spcBef>
            </a:pPr>
            <a:r>
              <a:rPr dirty="0" sz="5800" spc="-844">
                <a:solidFill>
                  <a:srgbClr val="FFFFFF"/>
                </a:solidFill>
                <a:latin typeface="Arial"/>
                <a:cs typeface="Arial"/>
              </a:rPr>
              <a:t>WE</a:t>
            </a:r>
            <a:r>
              <a:rPr dirty="0" sz="5800" spc="-200">
                <a:solidFill>
                  <a:srgbClr val="FFFFFF"/>
                </a:solidFill>
                <a:latin typeface="Arial"/>
                <a:cs typeface="Arial"/>
              </a:rPr>
              <a:t> </a:t>
            </a:r>
            <a:r>
              <a:rPr dirty="0" sz="5800" spc="-480">
                <a:solidFill>
                  <a:srgbClr val="FFFFFF"/>
                </a:solidFill>
                <a:latin typeface="Arial"/>
                <a:cs typeface="Arial"/>
              </a:rPr>
              <a:t>NOW</a:t>
            </a:r>
            <a:r>
              <a:rPr dirty="0" sz="5800" spc="-85">
                <a:solidFill>
                  <a:srgbClr val="FFFFFF"/>
                </a:solidFill>
                <a:latin typeface="Arial"/>
                <a:cs typeface="Arial"/>
              </a:rPr>
              <a:t> </a:t>
            </a:r>
            <a:r>
              <a:rPr dirty="0" sz="5800" spc="-475">
                <a:solidFill>
                  <a:srgbClr val="FFFFFF"/>
                </a:solidFill>
                <a:latin typeface="Arial"/>
                <a:cs typeface="Arial"/>
              </a:rPr>
              <a:t>LIVE</a:t>
            </a:r>
            <a:r>
              <a:rPr dirty="0" sz="5800" spc="-325">
                <a:solidFill>
                  <a:srgbClr val="FFFFFF"/>
                </a:solidFill>
                <a:latin typeface="Arial"/>
                <a:cs typeface="Arial"/>
              </a:rPr>
              <a:t> </a:t>
            </a:r>
            <a:r>
              <a:rPr dirty="0" sz="5800">
                <a:solidFill>
                  <a:srgbClr val="FFFFFF"/>
                </a:solidFill>
                <a:latin typeface="Arial"/>
                <a:cs typeface="Arial"/>
              </a:rPr>
              <a:t>IN</a:t>
            </a:r>
            <a:r>
              <a:rPr dirty="0" sz="5800" spc="-375">
                <a:solidFill>
                  <a:srgbClr val="FFFFFF"/>
                </a:solidFill>
                <a:latin typeface="Arial"/>
                <a:cs typeface="Arial"/>
              </a:rPr>
              <a:t> </a:t>
            </a:r>
            <a:r>
              <a:rPr dirty="0" sz="5800" spc="-595">
                <a:solidFill>
                  <a:srgbClr val="FFFFFF"/>
                </a:solidFill>
                <a:latin typeface="Arial"/>
                <a:cs typeface="Arial"/>
              </a:rPr>
              <a:t>A</a:t>
            </a:r>
            <a:endParaRPr sz="5800">
              <a:latin typeface="Arial"/>
              <a:cs typeface="Arial"/>
            </a:endParaRPr>
          </a:p>
        </p:txBody>
      </p:sp>
      <p:sp>
        <p:nvSpPr>
          <p:cNvPr id="5" name="object 5" descr=""/>
          <p:cNvSpPr/>
          <p:nvPr/>
        </p:nvSpPr>
        <p:spPr>
          <a:xfrm>
            <a:off x="1910079" y="3119120"/>
            <a:ext cx="8382000" cy="487680"/>
          </a:xfrm>
          <a:custGeom>
            <a:avLst/>
            <a:gdLst/>
            <a:ahLst/>
            <a:cxnLst/>
            <a:rect l="l" t="t" r="r" b="b"/>
            <a:pathLst>
              <a:path w="8382000" h="487679">
                <a:moveTo>
                  <a:pt x="8382000" y="487680"/>
                </a:moveTo>
                <a:lnTo>
                  <a:pt x="0" y="487680"/>
                </a:lnTo>
                <a:lnTo>
                  <a:pt x="0" y="0"/>
                </a:lnTo>
                <a:lnTo>
                  <a:pt x="8382000" y="0"/>
                </a:lnTo>
                <a:lnTo>
                  <a:pt x="8382000" y="487680"/>
                </a:lnTo>
                <a:close/>
              </a:path>
            </a:pathLst>
          </a:custGeom>
          <a:solidFill>
            <a:srgbClr val="A88042"/>
          </a:solidFill>
        </p:spPr>
        <p:txBody>
          <a:bodyPr wrap="square" lIns="0" tIns="0" rIns="0" bIns="0" rtlCol="0"/>
          <a:lstStyle/>
          <a:p/>
        </p:txBody>
      </p:sp>
      <p:sp>
        <p:nvSpPr>
          <p:cNvPr id="6" name="object 6" descr=""/>
          <p:cNvSpPr txBox="1"/>
          <p:nvPr/>
        </p:nvSpPr>
        <p:spPr>
          <a:xfrm>
            <a:off x="1880459" y="2813050"/>
            <a:ext cx="8372475" cy="962660"/>
          </a:xfrm>
          <a:prstGeom prst="rect">
            <a:avLst/>
          </a:prstGeom>
        </p:spPr>
        <p:txBody>
          <a:bodyPr wrap="square" lIns="0" tIns="12700" rIns="0" bIns="0" rtlCol="0" vert="horz">
            <a:spAutoFit/>
          </a:bodyPr>
          <a:lstStyle/>
          <a:p>
            <a:pPr marL="12700">
              <a:lnSpc>
                <a:spcPct val="100000"/>
              </a:lnSpc>
              <a:spcBef>
                <a:spcPts val="100"/>
              </a:spcBef>
            </a:pPr>
            <a:r>
              <a:rPr dirty="0" sz="6150">
                <a:solidFill>
                  <a:srgbClr val="FFFFFF"/>
                </a:solidFill>
                <a:latin typeface="Calibri"/>
                <a:cs typeface="Calibri"/>
              </a:rPr>
              <a:t>SUBSCRIPTION</a:t>
            </a:r>
            <a:r>
              <a:rPr dirty="0" sz="6150" spc="155">
                <a:solidFill>
                  <a:srgbClr val="FFFFFF"/>
                </a:solidFill>
                <a:latin typeface="Calibri"/>
                <a:cs typeface="Calibri"/>
              </a:rPr>
              <a:t> </a:t>
            </a:r>
            <a:r>
              <a:rPr dirty="0" sz="6150" spc="-10">
                <a:solidFill>
                  <a:srgbClr val="FFFFFF"/>
                </a:solidFill>
                <a:latin typeface="Calibri"/>
                <a:cs typeface="Calibri"/>
              </a:rPr>
              <a:t>ECONOMY</a:t>
            </a:r>
            <a:endParaRPr sz="6150">
              <a:latin typeface="Calibri"/>
              <a:cs typeface="Calibri"/>
            </a:endParaRPr>
          </a:p>
        </p:txBody>
      </p:sp>
      <p:sp>
        <p:nvSpPr>
          <p:cNvPr id="7" name="object 7" descr=""/>
          <p:cNvSpPr/>
          <p:nvPr/>
        </p:nvSpPr>
        <p:spPr>
          <a:xfrm>
            <a:off x="10160" y="4114800"/>
            <a:ext cx="12171680" cy="416559"/>
          </a:xfrm>
          <a:custGeom>
            <a:avLst/>
            <a:gdLst/>
            <a:ahLst/>
            <a:cxnLst/>
            <a:rect l="l" t="t" r="r" b="b"/>
            <a:pathLst>
              <a:path w="12171680" h="416560">
                <a:moveTo>
                  <a:pt x="12171680" y="416559"/>
                </a:moveTo>
                <a:lnTo>
                  <a:pt x="0" y="416559"/>
                </a:lnTo>
                <a:lnTo>
                  <a:pt x="0" y="0"/>
                </a:lnTo>
                <a:lnTo>
                  <a:pt x="12171680" y="0"/>
                </a:lnTo>
                <a:lnTo>
                  <a:pt x="12171680" y="416559"/>
                </a:lnTo>
                <a:close/>
              </a:path>
            </a:pathLst>
          </a:custGeom>
          <a:solidFill>
            <a:srgbClr val="9A8E8C"/>
          </a:solidFill>
        </p:spPr>
        <p:txBody>
          <a:bodyPr wrap="square" lIns="0" tIns="0" rIns="0" bIns="0" rtlCol="0"/>
          <a:lstStyle/>
          <a:p/>
        </p:txBody>
      </p:sp>
      <p:sp>
        <p:nvSpPr>
          <p:cNvPr id="8" name="object 8" descr=""/>
          <p:cNvSpPr txBox="1"/>
          <p:nvPr/>
        </p:nvSpPr>
        <p:spPr>
          <a:xfrm>
            <a:off x="4964334" y="4037329"/>
            <a:ext cx="2248535" cy="444500"/>
          </a:xfrm>
          <a:prstGeom prst="rect">
            <a:avLst/>
          </a:prstGeom>
        </p:spPr>
        <p:txBody>
          <a:bodyPr wrap="square" lIns="0" tIns="12700" rIns="0" bIns="0" rtlCol="0" vert="horz">
            <a:spAutoFit/>
          </a:bodyPr>
          <a:lstStyle/>
          <a:p>
            <a:pPr marL="12700">
              <a:lnSpc>
                <a:spcPct val="100000"/>
              </a:lnSpc>
              <a:spcBef>
                <a:spcPts val="100"/>
              </a:spcBef>
            </a:pPr>
            <a:r>
              <a:rPr dirty="0" sz="2750">
                <a:solidFill>
                  <a:srgbClr val="FFFFFF"/>
                </a:solidFill>
                <a:latin typeface="Arial"/>
                <a:cs typeface="Arial"/>
              </a:rPr>
              <a:t>dshiftha</a:t>
            </a:r>
            <a:r>
              <a:rPr dirty="0" sz="2750" spc="-125">
                <a:solidFill>
                  <a:srgbClr val="FFFFFF"/>
                </a:solidFill>
                <a:latin typeface="Arial"/>
                <a:cs typeface="Arial"/>
              </a:rPr>
              <a:t> </a:t>
            </a:r>
            <a:r>
              <a:rPr dirty="0" sz="2750" spc="-40">
                <a:solidFill>
                  <a:srgbClr val="FFFFFF"/>
                </a:solidFill>
                <a:latin typeface="Arial"/>
                <a:cs typeface="Arial"/>
              </a:rPr>
              <a:t>ppens</a:t>
            </a:r>
            <a:endParaRPr sz="2750">
              <a:latin typeface="Arial"/>
              <a:cs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10160" y="6156960"/>
            <a:ext cx="12181840" cy="355600"/>
          </a:xfrm>
          <a:prstGeom prst="rect">
            <a:avLst/>
          </a:prstGeom>
        </p:spPr>
      </p:pic>
      <p:pic>
        <p:nvPicPr>
          <p:cNvPr id="3" name="object 3" descr=""/>
          <p:cNvPicPr/>
          <p:nvPr/>
        </p:nvPicPr>
        <p:blipFill>
          <a:blip r:embed="rId3" cstate="print"/>
          <a:stretch>
            <a:fillRect/>
          </a:stretch>
        </p:blipFill>
        <p:spPr>
          <a:xfrm>
            <a:off x="10160" y="1838960"/>
            <a:ext cx="12181840" cy="680719"/>
          </a:xfrm>
          <a:prstGeom prst="rect">
            <a:avLst/>
          </a:prstGeom>
        </p:spPr>
      </p:pic>
      <p:pic>
        <p:nvPicPr>
          <p:cNvPr id="4" name="object 4" descr=""/>
          <p:cNvPicPr/>
          <p:nvPr/>
        </p:nvPicPr>
        <p:blipFill>
          <a:blip r:embed="rId4" cstate="print"/>
          <a:stretch>
            <a:fillRect/>
          </a:stretch>
        </p:blipFill>
        <p:spPr>
          <a:xfrm>
            <a:off x="8097519" y="0"/>
            <a:ext cx="1666239" cy="132079"/>
          </a:xfrm>
          <a:prstGeom prst="rect">
            <a:avLst/>
          </a:prstGeom>
        </p:spPr>
      </p:pic>
      <p:grpSp>
        <p:nvGrpSpPr>
          <p:cNvPr id="5" name="object 5" descr=""/>
          <p:cNvGrpSpPr/>
          <p:nvPr/>
        </p:nvGrpSpPr>
        <p:grpSpPr>
          <a:xfrm>
            <a:off x="10160" y="0"/>
            <a:ext cx="12181840" cy="152400"/>
            <a:chOff x="10160" y="0"/>
            <a:chExt cx="12181840" cy="152400"/>
          </a:xfrm>
        </p:grpSpPr>
        <p:pic>
          <p:nvPicPr>
            <p:cNvPr id="6" name="object 6" descr=""/>
            <p:cNvPicPr/>
            <p:nvPr/>
          </p:nvPicPr>
          <p:blipFill>
            <a:blip r:embed="rId5" cstate="print"/>
            <a:stretch>
              <a:fillRect/>
            </a:stretch>
          </p:blipFill>
          <p:spPr>
            <a:xfrm>
              <a:off x="5842000" y="0"/>
              <a:ext cx="1666240" cy="152400"/>
            </a:xfrm>
            <a:prstGeom prst="rect">
              <a:avLst/>
            </a:prstGeom>
          </p:spPr>
        </p:pic>
        <p:pic>
          <p:nvPicPr>
            <p:cNvPr id="7" name="object 7" descr=""/>
            <p:cNvPicPr/>
            <p:nvPr/>
          </p:nvPicPr>
          <p:blipFill>
            <a:blip r:embed="rId6" cstate="print"/>
            <a:stretch>
              <a:fillRect/>
            </a:stretch>
          </p:blipFill>
          <p:spPr>
            <a:xfrm>
              <a:off x="10160" y="0"/>
              <a:ext cx="12181840" cy="152400"/>
            </a:xfrm>
            <a:prstGeom prst="rect">
              <a:avLst/>
            </a:prstGeom>
          </p:spPr>
        </p:pic>
      </p:grpSp>
      <p:grpSp>
        <p:nvGrpSpPr>
          <p:cNvPr id="8" name="object 8" descr=""/>
          <p:cNvGrpSpPr/>
          <p:nvPr/>
        </p:nvGrpSpPr>
        <p:grpSpPr>
          <a:xfrm>
            <a:off x="10160" y="243840"/>
            <a:ext cx="12181840" cy="40640"/>
            <a:chOff x="10160" y="243840"/>
            <a:chExt cx="12181840" cy="40640"/>
          </a:xfrm>
        </p:grpSpPr>
        <p:pic>
          <p:nvPicPr>
            <p:cNvPr id="9" name="object 9" descr=""/>
            <p:cNvPicPr/>
            <p:nvPr/>
          </p:nvPicPr>
          <p:blipFill>
            <a:blip r:embed="rId7" cstate="print"/>
            <a:stretch>
              <a:fillRect/>
            </a:stretch>
          </p:blipFill>
          <p:spPr>
            <a:xfrm>
              <a:off x="10160" y="243840"/>
              <a:ext cx="12181840" cy="40640"/>
            </a:xfrm>
            <a:prstGeom prst="rect">
              <a:avLst/>
            </a:prstGeom>
          </p:spPr>
        </p:pic>
        <p:pic>
          <p:nvPicPr>
            <p:cNvPr id="10" name="object 10" descr=""/>
            <p:cNvPicPr/>
            <p:nvPr/>
          </p:nvPicPr>
          <p:blipFill>
            <a:blip r:embed="rId8" cstate="print"/>
            <a:stretch>
              <a:fillRect/>
            </a:stretch>
          </p:blipFill>
          <p:spPr>
            <a:xfrm>
              <a:off x="10160" y="243840"/>
              <a:ext cx="12181840" cy="40640"/>
            </a:xfrm>
            <a:prstGeom prst="rect">
              <a:avLst/>
            </a:prstGeom>
          </p:spPr>
        </p:pic>
      </p:grpSp>
      <p:grpSp>
        <p:nvGrpSpPr>
          <p:cNvPr id="11" name="object 11" descr=""/>
          <p:cNvGrpSpPr/>
          <p:nvPr/>
        </p:nvGrpSpPr>
        <p:grpSpPr>
          <a:xfrm>
            <a:off x="11673840" y="680719"/>
            <a:ext cx="518159" cy="223520"/>
            <a:chOff x="11673840" y="680719"/>
            <a:chExt cx="518159" cy="223520"/>
          </a:xfrm>
        </p:grpSpPr>
        <p:pic>
          <p:nvPicPr>
            <p:cNvPr id="12" name="object 12" descr=""/>
            <p:cNvPicPr/>
            <p:nvPr/>
          </p:nvPicPr>
          <p:blipFill>
            <a:blip r:embed="rId9" cstate="print"/>
            <a:stretch>
              <a:fillRect/>
            </a:stretch>
          </p:blipFill>
          <p:spPr>
            <a:xfrm>
              <a:off x="11795760" y="680719"/>
              <a:ext cx="396240" cy="81279"/>
            </a:xfrm>
            <a:prstGeom prst="rect">
              <a:avLst/>
            </a:prstGeom>
          </p:spPr>
        </p:pic>
        <p:pic>
          <p:nvPicPr>
            <p:cNvPr id="13" name="object 13" descr=""/>
            <p:cNvPicPr/>
            <p:nvPr/>
          </p:nvPicPr>
          <p:blipFill>
            <a:blip r:embed="rId10" cstate="print"/>
            <a:stretch>
              <a:fillRect/>
            </a:stretch>
          </p:blipFill>
          <p:spPr>
            <a:xfrm>
              <a:off x="11673840" y="802639"/>
              <a:ext cx="518159" cy="101600"/>
            </a:xfrm>
            <a:prstGeom prst="rect">
              <a:avLst/>
            </a:prstGeom>
          </p:spPr>
        </p:pic>
      </p:grpSp>
      <p:grpSp>
        <p:nvGrpSpPr>
          <p:cNvPr id="14" name="object 14" descr=""/>
          <p:cNvGrpSpPr/>
          <p:nvPr/>
        </p:nvGrpSpPr>
        <p:grpSpPr>
          <a:xfrm>
            <a:off x="10160" y="294640"/>
            <a:ext cx="12181840" cy="650240"/>
            <a:chOff x="10160" y="294640"/>
            <a:chExt cx="12181840" cy="650240"/>
          </a:xfrm>
        </p:grpSpPr>
        <p:pic>
          <p:nvPicPr>
            <p:cNvPr id="15" name="object 15" descr=""/>
            <p:cNvPicPr/>
            <p:nvPr/>
          </p:nvPicPr>
          <p:blipFill>
            <a:blip r:embed="rId11" cstate="print"/>
            <a:stretch>
              <a:fillRect/>
            </a:stretch>
          </p:blipFill>
          <p:spPr>
            <a:xfrm>
              <a:off x="5963919" y="294640"/>
              <a:ext cx="1666239" cy="589280"/>
            </a:xfrm>
            <a:prstGeom prst="rect">
              <a:avLst/>
            </a:prstGeom>
          </p:spPr>
        </p:pic>
        <p:pic>
          <p:nvPicPr>
            <p:cNvPr id="16" name="object 16" descr=""/>
            <p:cNvPicPr/>
            <p:nvPr/>
          </p:nvPicPr>
          <p:blipFill>
            <a:blip r:embed="rId12" cstate="print"/>
            <a:stretch>
              <a:fillRect/>
            </a:stretch>
          </p:blipFill>
          <p:spPr>
            <a:xfrm>
              <a:off x="10160" y="294640"/>
              <a:ext cx="12181840" cy="650240"/>
            </a:xfrm>
            <a:prstGeom prst="rect">
              <a:avLst/>
            </a:prstGeom>
          </p:spPr>
        </p:pic>
      </p:grpSp>
      <p:grpSp>
        <p:nvGrpSpPr>
          <p:cNvPr id="17" name="object 17" descr=""/>
          <p:cNvGrpSpPr/>
          <p:nvPr/>
        </p:nvGrpSpPr>
        <p:grpSpPr>
          <a:xfrm>
            <a:off x="10160" y="995680"/>
            <a:ext cx="12181840" cy="172720"/>
            <a:chOff x="10160" y="995680"/>
            <a:chExt cx="12181840" cy="172720"/>
          </a:xfrm>
        </p:grpSpPr>
        <p:pic>
          <p:nvPicPr>
            <p:cNvPr id="18" name="object 18" descr=""/>
            <p:cNvPicPr/>
            <p:nvPr/>
          </p:nvPicPr>
          <p:blipFill>
            <a:blip r:embed="rId13" cstate="print"/>
            <a:stretch>
              <a:fillRect/>
            </a:stretch>
          </p:blipFill>
          <p:spPr>
            <a:xfrm>
              <a:off x="10160" y="995680"/>
              <a:ext cx="12181840" cy="172720"/>
            </a:xfrm>
            <a:prstGeom prst="rect">
              <a:avLst/>
            </a:prstGeom>
          </p:spPr>
        </p:pic>
        <p:pic>
          <p:nvPicPr>
            <p:cNvPr id="19" name="object 19" descr=""/>
            <p:cNvPicPr/>
            <p:nvPr/>
          </p:nvPicPr>
          <p:blipFill>
            <a:blip r:embed="rId14" cstate="print"/>
            <a:stretch>
              <a:fillRect/>
            </a:stretch>
          </p:blipFill>
          <p:spPr>
            <a:xfrm>
              <a:off x="10160" y="995680"/>
              <a:ext cx="12181840" cy="172720"/>
            </a:xfrm>
            <a:prstGeom prst="rect">
              <a:avLst/>
            </a:prstGeom>
          </p:spPr>
        </p:pic>
      </p:grpSp>
      <p:pic>
        <p:nvPicPr>
          <p:cNvPr id="20" name="object 20" descr=""/>
          <p:cNvPicPr/>
          <p:nvPr/>
        </p:nvPicPr>
        <p:blipFill>
          <a:blip r:embed="rId15" cstate="print"/>
          <a:stretch>
            <a:fillRect/>
          </a:stretch>
        </p:blipFill>
        <p:spPr>
          <a:xfrm>
            <a:off x="11328400" y="1239519"/>
            <a:ext cx="863600" cy="203200"/>
          </a:xfrm>
          <a:prstGeom prst="rect">
            <a:avLst/>
          </a:prstGeom>
        </p:spPr>
      </p:pic>
      <p:grpSp>
        <p:nvGrpSpPr>
          <p:cNvPr id="21" name="object 21" descr=""/>
          <p:cNvGrpSpPr/>
          <p:nvPr/>
        </p:nvGrpSpPr>
        <p:grpSpPr>
          <a:xfrm>
            <a:off x="10160" y="1188719"/>
            <a:ext cx="12181840" cy="335280"/>
            <a:chOff x="10160" y="1188719"/>
            <a:chExt cx="12181840" cy="335280"/>
          </a:xfrm>
        </p:grpSpPr>
        <p:pic>
          <p:nvPicPr>
            <p:cNvPr id="22" name="object 22" descr=""/>
            <p:cNvPicPr/>
            <p:nvPr/>
          </p:nvPicPr>
          <p:blipFill>
            <a:blip r:embed="rId16" cstate="print"/>
            <a:stretch>
              <a:fillRect/>
            </a:stretch>
          </p:blipFill>
          <p:spPr>
            <a:xfrm>
              <a:off x="7162800" y="1280159"/>
              <a:ext cx="1666240" cy="81279"/>
            </a:xfrm>
            <a:prstGeom prst="rect">
              <a:avLst/>
            </a:prstGeom>
          </p:spPr>
        </p:pic>
        <p:pic>
          <p:nvPicPr>
            <p:cNvPr id="23" name="object 23" descr=""/>
            <p:cNvPicPr/>
            <p:nvPr/>
          </p:nvPicPr>
          <p:blipFill>
            <a:blip r:embed="rId17" cstate="print"/>
            <a:stretch>
              <a:fillRect/>
            </a:stretch>
          </p:blipFill>
          <p:spPr>
            <a:xfrm>
              <a:off x="7162800" y="1402079"/>
              <a:ext cx="1666240" cy="60960"/>
            </a:xfrm>
            <a:prstGeom prst="rect">
              <a:avLst/>
            </a:prstGeom>
          </p:spPr>
        </p:pic>
        <p:pic>
          <p:nvPicPr>
            <p:cNvPr id="24" name="object 24" descr=""/>
            <p:cNvPicPr/>
            <p:nvPr/>
          </p:nvPicPr>
          <p:blipFill>
            <a:blip r:embed="rId18" cstate="print"/>
            <a:stretch>
              <a:fillRect/>
            </a:stretch>
          </p:blipFill>
          <p:spPr>
            <a:xfrm>
              <a:off x="10160" y="1188719"/>
              <a:ext cx="12181840" cy="335279"/>
            </a:xfrm>
            <a:prstGeom prst="rect">
              <a:avLst/>
            </a:prstGeom>
          </p:spPr>
        </p:pic>
        <p:pic>
          <p:nvPicPr>
            <p:cNvPr id="25" name="object 25" descr=""/>
            <p:cNvPicPr/>
            <p:nvPr/>
          </p:nvPicPr>
          <p:blipFill>
            <a:blip r:embed="rId19" cstate="print"/>
            <a:stretch>
              <a:fillRect/>
            </a:stretch>
          </p:blipFill>
          <p:spPr>
            <a:xfrm>
              <a:off x="10160" y="1483359"/>
              <a:ext cx="12181840" cy="40639"/>
            </a:xfrm>
            <a:prstGeom prst="rect">
              <a:avLst/>
            </a:prstGeom>
          </p:spPr>
        </p:pic>
      </p:grpSp>
      <p:sp>
        <p:nvSpPr>
          <p:cNvPr id="26" name="object 26" descr=""/>
          <p:cNvSpPr/>
          <p:nvPr/>
        </p:nvSpPr>
        <p:spPr>
          <a:xfrm>
            <a:off x="1971039" y="1930400"/>
            <a:ext cx="6045200" cy="508000"/>
          </a:xfrm>
          <a:custGeom>
            <a:avLst/>
            <a:gdLst/>
            <a:ahLst/>
            <a:cxnLst/>
            <a:rect l="l" t="t" r="r" b="b"/>
            <a:pathLst>
              <a:path w="6045200" h="508000">
                <a:moveTo>
                  <a:pt x="6045200" y="508000"/>
                </a:moveTo>
                <a:lnTo>
                  <a:pt x="0" y="508000"/>
                </a:lnTo>
                <a:lnTo>
                  <a:pt x="0" y="0"/>
                </a:lnTo>
                <a:lnTo>
                  <a:pt x="6045200" y="0"/>
                </a:lnTo>
                <a:lnTo>
                  <a:pt x="6045200" y="508000"/>
                </a:lnTo>
                <a:close/>
              </a:path>
            </a:pathLst>
          </a:custGeom>
          <a:solidFill>
            <a:srgbClr val="314644"/>
          </a:solidFill>
        </p:spPr>
        <p:txBody>
          <a:bodyPr wrap="square" lIns="0" tIns="0" rIns="0" bIns="0" rtlCol="0"/>
          <a:lstStyle/>
          <a:p/>
        </p:txBody>
      </p:sp>
      <p:sp>
        <p:nvSpPr>
          <p:cNvPr id="27" name="object 27" descr=""/>
          <p:cNvSpPr txBox="1"/>
          <p:nvPr/>
        </p:nvSpPr>
        <p:spPr>
          <a:xfrm>
            <a:off x="1979808" y="1656079"/>
            <a:ext cx="6037580" cy="924560"/>
          </a:xfrm>
          <a:prstGeom prst="rect">
            <a:avLst/>
          </a:prstGeom>
        </p:spPr>
        <p:txBody>
          <a:bodyPr wrap="square" lIns="0" tIns="12700" rIns="0" bIns="0" rtlCol="0" vert="horz">
            <a:spAutoFit/>
          </a:bodyPr>
          <a:lstStyle/>
          <a:p>
            <a:pPr marL="12700">
              <a:lnSpc>
                <a:spcPct val="100000"/>
              </a:lnSpc>
              <a:spcBef>
                <a:spcPts val="100"/>
              </a:spcBef>
            </a:pPr>
            <a:r>
              <a:rPr dirty="0" sz="5900" spc="-710">
                <a:solidFill>
                  <a:srgbClr val="FFFFFF"/>
                </a:solidFill>
                <a:latin typeface="Arial"/>
                <a:cs typeface="Arial"/>
              </a:rPr>
              <a:t>A</a:t>
            </a:r>
            <a:r>
              <a:rPr dirty="0" sz="5900" spc="-305">
                <a:solidFill>
                  <a:srgbClr val="FFFFFF"/>
                </a:solidFill>
                <a:latin typeface="Arial"/>
                <a:cs typeface="Arial"/>
              </a:rPr>
              <a:t> </a:t>
            </a:r>
            <a:r>
              <a:rPr dirty="0" sz="5900" spc="-655">
                <a:solidFill>
                  <a:srgbClr val="FFFFFF"/>
                </a:solidFill>
                <a:latin typeface="Arial"/>
                <a:cs typeface="Arial"/>
              </a:rPr>
              <a:t>SHIFT</a:t>
            </a:r>
            <a:r>
              <a:rPr dirty="0" sz="5900" spc="-40">
                <a:solidFill>
                  <a:srgbClr val="FFFFFF"/>
                </a:solidFill>
                <a:latin typeface="Arial"/>
                <a:cs typeface="Arial"/>
              </a:rPr>
              <a:t> </a:t>
            </a:r>
            <a:r>
              <a:rPr dirty="0" sz="5900" spc="-565">
                <a:solidFill>
                  <a:srgbClr val="FFFFFF"/>
                </a:solidFill>
                <a:latin typeface="Arial"/>
                <a:cs typeface="Arial"/>
              </a:rPr>
              <a:t>FROM</a:t>
            </a:r>
            <a:r>
              <a:rPr dirty="0" sz="5900" spc="5">
                <a:solidFill>
                  <a:srgbClr val="FFFFFF"/>
                </a:solidFill>
                <a:latin typeface="Arial"/>
                <a:cs typeface="Arial"/>
              </a:rPr>
              <a:t> </a:t>
            </a:r>
            <a:r>
              <a:rPr dirty="0" sz="5900" spc="-800">
                <a:solidFill>
                  <a:srgbClr val="FFFFFF"/>
                </a:solidFill>
                <a:latin typeface="Arial"/>
                <a:cs typeface="Arial"/>
              </a:rPr>
              <a:t>PRO</a:t>
            </a:r>
            <a:endParaRPr sz="5900">
              <a:latin typeface="Arial"/>
              <a:cs typeface="Arial"/>
            </a:endParaRPr>
          </a:p>
        </p:txBody>
      </p:sp>
      <p:sp>
        <p:nvSpPr>
          <p:cNvPr id="28" name="object 28" descr=""/>
          <p:cNvSpPr/>
          <p:nvPr/>
        </p:nvSpPr>
        <p:spPr>
          <a:xfrm>
            <a:off x="9062719" y="1930400"/>
            <a:ext cx="1117600" cy="508000"/>
          </a:xfrm>
          <a:custGeom>
            <a:avLst/>
            <a:gdLst/>
            <a:ahLst/>
            <a:cxnLst/>
            <a:rect l="l" t="t" r="r" b="b"/>
            <a:pathLst>
              <a:path w="1117600" h="508000">
                <a:moveTo>
                  <a:pt x="1117600" y="508000"/>
                </a:moveTo>
                <a:lnTo>
                  <a:pt x="0" y="508000"/>
                </a:lnTo>
                <a:lnTo>
                  <a:pt x="0" y="0"/>
                </a:lnTo>
                <a:lnTo>
                  <a:pt x="1117600" y="0"/>
                </a:lnTo>
                <a:lnTo>
                  <a:pt x="1117600" y="508000"/>
                </a:lnTo>
                <a:close/>
              </a:path>
            </a:pathLst>
          </a:custGeom>
          <a:solidFill>
            <a:srgbClr val="85A897"/>
          </a:solidFill>
        </p:spPr>
        <p:txBody>
          <a:bodyPr wrap="square" lIns="0" tIns="0" rIns="0" bIns="0" rtlCol="0"/>
          <a:lstStyle/>
          <a:p/>
        </p:txBody>
      </p:sp>
      <p:sp>
        <p:nvSpPr>
          <p:cNvPr id="29" name="object 29"/>
          <p:cNvSpPr txBox="1">
            <a:spLocks noGrp="1"/>
          </p:cNvSpPr>
          <p:nvPr>
            <p:ph type="title"/>
          </p:nvPr>
        </p:nvSpPr>
        <p:spPr>
          <a:xfrm>
            <a:off x="9023491" y="1640840"/>
            <a:ext cx="1170940" cy="955040"/>
          </a:xfrm>
          <a:prstGeom prst="rect"/>
        </p:spPr>
        <p:txBody>
          <a:bodyPr wrap="square" lIns="0" tIns="12700" rIns="0" bIns="0" rtlCol="0" vert="horz">
            <a:spAutoFit/>
          </a:bodyPr>
          <a:lstStyle/>
          <a:p>
            <a:pPr marL="12700">
              <a:lnSpc>
                <a:spcPct val="100000"/>
              </a:lnSpc>
              <a:spcBef>
                <a:spcPts val="100"/>
              </a:spcBef>
            </a:pPr>
            <a:r>
              <a:rPr dirty="0" sz="6100" spc="-25">
                <a:latin typeface="Calibri"/>
                <a:cs typeface="Calibri"/>
              </a:rPr>
              <a:t>CTS</a:t>
            </a:r>
            <a:endParaRPr sz="6100">
              <a:latin typeface="Calibri"/>
              <a:cs typeface="Calibri"/>
            </a:endParaRPr>
          </a:p>
        </p:txBody>
      </p:sp>
      <p:grpSp>
        <p:nvGrpSpPr>
          <p:cNvPr id="30" name="object 30" descr=""/>
          <p:cNvGrpSpPr/>
          <p:nvPr/>
        </p:nvGrpSpPr>
        <p:grpSpPr>
          <a:xfrm>
            <a:off x="10160" y="2661920"/>
            <a:ext cx="12181840" cy="589280"/>
            <a:chOff x="10160" y="2661920"/>
            <a:chExt cx="12181840" cy="589280"/>
          </a:xfrm>
        </p:grpSpPr>
        <p:pic>
          <p:nvPicPr>
            <p:cNvPr id="31" name="object 31" descr=""/>
            <p:cNvPicPr/>
            <p:nvPr/>
          </p:nvPicPr>
          <p:blipFill>
            <a:blip r:embed="rId20" cstate="print"/>
            <a:stretch>
              <a:fillRect/>
            </a:stretch>
          </p:blipFill>
          <p:spPr>
            <a:xfrm>
              <a:off x="10160" y="2661920"/>
              <a:ext cx="12181840" cy="60960"/>
            </a:xfrm>
            <a:prstGeom prst="rect">
              <a:avLst/>
            </a:prstGeom>
          </p:spPr>
        </p:pic>
        <p:pic>
          <p:nvPicPr>
            <p:cNvPr id="32" name="object 32" descr=""/>
            <p:cNvPicPr/>
            <p:nvPr/>
          </p:nvPicPr>
          <p:blipFill>
            <a:blip r:embed="rId21" cstate="print"/>
            <a:stretch>
              <a:fillRect/>
            </a:stretch>
          </p:blipFill>
          <p:spPr>
            <a:xfrm>
              <a:off x="10160" y="2661920"/>
              <a:ext cx="12181840" cy="60960"/>
            </a:xfrm>
            <a:prstGeom prst="rect">
              <a:avLst/>
            </a:prstGeom>
          </p:spPr>
        </p:pic>
        <p:sp>
          <p:nvSpPr>
            <p:cNvPr id="33" name="object 33" descr=""/>
            <p:cNvSpPr/>
            <p:nvPr/>
          </p:nvSpPr>
          <p:spPr>
            <a:xfrm>
              <a:off x="3027680" y="2743200"/>
              <a:ext cx="6096000" cy="508000"/>
            </a:xfrm>
            <a:custGeom>
              <a:avLst/>
              <a:gdLst/>
              <a:ahLst/>
              <a:cxnLst/>
              <a:rect l="l" t="t" r="r" b="b"/>
              <a:pathLst>
                <a:path w="6096000" h="508000">
                  <a:moveTo>
                    <a:pt x="6096000" y="508000"/>
                  </a:moveTo>
                  <a:lnTo>
                    <a:pt x="0" y="508000"/>
                  </a:lnTo>
                  <a:lnTo>
                    <a:pt x="0" y="0"/>
                  </a:lnTo>
                  <a:lnTo>
                    <a:pt x="6096000" y="0"/>
                  </a:lnTo>
                  <a:lnTo>
                    <a:pt x="6096000" y="508000"/>
                  </a:lnTo>
                  <a:close/>
                </a:path>
              </a:pathLst>
            </a:custGeom>
            <a:solidFill>
              <a:srgbClr val="708C87"/>
            </a:solidFill>
          </p:spPr>
          <p:txBody>
            <a:bodyPr wrap="square" lIns="0" tIns="0" rIns="0" bIns="0" rtlCol="0"/>
            <a:lstStyle/>
            <a:p/>
          </p:txBody>
        </p:sp>
      </p:grpSp>
      <p:sp>
        <p:nvSpPr>
          <p:cNvPr id="34" name="object 34" descr=""/>
          <p:cNvSpPr txBox="1"/>
          <p:nvPr/>
        </p:nvSpPr>
        <p:spPr>
          <a:xfrm>
            <a:off x="3019602" y="2462529"/>
            <a:ext cx="6069965" cy="932180"/>
          </a:xfrm>
          <a:prstGeom prst="rect">
            <a:avLst/>
          </a:prstGeom>
        </p:spPr>
        <p:txBody>
          <a:bodyPr wrap="square" lIns="0" tIns="12700" rIns="0" bIns="0" rtlCol="0" vert="horz">
            <a:spAutoFit/>
          </a:bodyPr>
          <a:lstStyle/>
          <a:p>
            <a:pPr marL="12700">
              <a:lnSpc>
                <a:spcPct val="100000"/>
              </a:lnSpc>
              <a:spcBef>
                <a:spcPts val="100"/>
              </a:spcBef>
            </a:pPr>
            <a:r>
              <a:rPr dirty="0" sz="5950">
                <a:solidFill>
                  <a:srgbClr val="FFFFFF"/>
                </a:solidFill>
                <a:latin typeface="Calibri"/>
                <a:cs typeface="Calibri"/>
              </a:rPr>
              <a:t>TO</a:t>
            </a:r>
            <a:r>
              <a:rPr dirty="0" sz="5950" spc="-85">
                <a:solidFill>
                  <a:srgbClr val="FFFFFF"/>
                </a:solidFill>
                <a:latin typeface="Calibri"/>
                <a:cs typeface="Calibri"/>
              </a:rPr>
              <a:t> </a:t>
            </a:r>
            <a:r>
              <a:rPr dirty="0" sz="5950" spc="100">
                <a:solidFill>
                  <a:srgbClr val="FFFFFF"/>
                </a:solidFill>
                <a:latin typeface="Calibri"/>
                <a:cs typeface="Calibri"/>
              </a:rPr>
              <a:t>RELATIONSHIPS</a:t>
            </a:r>
            <a:endParaRPr sz="5950">
              <a:latin typeface="Calibri"/>
              <a:cs typeface="Calibri"/>
            </a:endParaRPr>
          </a:p>
        </p:txBody>
      </p:sp>
      <p:sp>
        <p:nvSpPr>
          <p:cNvPr id="35" name="object 35" descr=""/>
          <p:cNvSpPr/>
          <p:nvPr/>
        </p:nvSpPr>
        <p:spPr>
          <a:xfrm>
            <a:off x="10160" y="4886959"/>
            <a:ext cx="12171680" cy="355600"/>
          </a:xfrm>
          <a:custGeom>
            <a:avLst/>
            <a:gdLst/>
            <a:ahLst/>
            <a:cxnLst/>
            <a:rect l="l" t="t" r="r" b="b"/>
            <a:pathLst>
              <a:path w="12171680" h="355600">
                <a:moveTo>
                  <a:pt x="12171680" y="355600"/>
                </a:moveTo>
                <a:lnTo>
                  <a:pt x="0" y="355600"/>
                </a:lnTo>
                <a:lnTo>
                  <a:pt x="0" y="0"/>
                </a:lnTo>
                <a:lnTo>
                  <a:pt x="12171680" y="0"/>
                </a:lnTo>
                <a:lnTo>
                  <a:pt x="12171680" y="355600"/>
                </a:lnTo>
                <a:close/>
              </a:path>
            </a:pathLst>
          </a:custGeom>
          <a:solidFill>
            <a:srgbClr val="3A484B"/>
          </a:solidFill>
        </p:spPr>
        <p:txBody>
          <a:bodyPr wrap="square" lIns="0" tIns="0" rIns="0" bIns="0" rtlCol="0"/>
          <a:lstStyle/>
          <a:p/>
        </p:txBody>
      </p:sp>
      <p:sp>
        <p:nvSpPr>
          <p:cNvPr id="36" name="object 36" descr=""/>
          <p:cNvSpPr txBox="1"/>
          <p:nvPr/>
        </p:nvSpPr>
        <p:spPr>
          <a:xfrm>
            <a:off x="502799" y="4819650"/>
            <a:ext cx="1188720" cy="383540"/>
          </a:xfrm>
          <a:prstGeom prst="rect">
            <a:avLst/>
          </a:prstGeom>
        </p:spPr>
        <p:txBody>
          <a:bodyPr wrap="square" lIns="0" tIns="12700" rIns="0" bIns="0" rtlCol="0" vert="horz">
            <a:spAutoFit/>
          </a:bodyPr>
          <a:lstStyle/>
          <a:p>
            <a:pPr marL="12700">
              <a:lnSpc>
                <a:spcPct val="100000"/>
              </a:lnSpc>
              <a:spcBef>
                <a:spcPts val="100"/>
              </a:spcBef>
              <a:tabLst>
                <a:tab pos="320040" algn="l"/>
              </a:tabLst>
            </a:pPr>
            <a:r>
              <a:rPr dirty="0" sz="2350" spc="-50">
                <a:solidFill>
                  <a:srgbClr val="FFFFFF"/>
                </a:solidFill>
                <a:latin typeface="Arial"/>
                <a:cs typeface="Arial"/>
              </a:rPr>
              <a:t>P</a:t>
            </a:r>
            <a:r>
              <a:rPr dirty="0" sz="2350">
                <a:solidFill>
                  <a:srgbClr val="FFFFFF"/>
                </a:solidFill>
                <a:latin typeface="Arial"/>
                <a:cs typeface="Arial"/>
              </a:rPr>
              <a:t>	</a:t>
            </a:r>
            <a:r>
              <a:rPr dirty="0" sz="2350" spc="-30">
                <a:solidFill>
                  <a:srgbClr val="FFFFFF"/>
                </a:solidFill>
                <a:latin typeface="Arial"/>
                <a:cs typeface="Arial"/>
              </a:rPr>
              <a:t>oducts</a:t>
            </a:r>
            <a:endParaRPr sz="2350">
              <a:latin typeface="Arial"/>
              <a:cs typeface="Arial"/>
            </a:endParaRPr>
          </a:p>
        </p:txBody>
      </p:sp>
      <p:sp>
        <p:nvSpPr>
          <p:cNvPr id="37" name="object 37" descr=""/>
          <p:cNvSpPr txBox="1"/>
          <p:nvPr/>
        </p:nvSpPr>
        <p:spPr>
          <a:xfrm>
            <a:off x="2546426" y="4838700"/>
            <a:ext cx="2463165" cy="360680"/>
          </a:xfrm>
          <a:prstGeom prst="rect">
            <a:avLst/>
          </a:prstGeom>
        </p:spPr>
        <p:txBody>
          <a:bodyPr wrap="square" lIns="0" tIns="12700" rIns="0" bIns="0" rtlCol="0" vert="horz">
            <a:spAutoFit/>
          </a:bodyPr>
          <a:lstStyle/>
          <a:p>
            <a:pPr marL="12700">
              <a:lnSpc>
                <a:spcPct val="100000"/>
              </a:lnSpc>
              <a:spcBef>
                <a:spcPts val="100"/>
              </a:spcBef>
              <a:tabLst>
                <a:tab pos="319405" algn="l"/>
                <a:tab pos="1146175" algn="l"/>
                <a:tab pos="1838960" algn="l"/>
              </a:tabLst>
            </a:pPr>
            <a:r>
              <a:rPr dirty="0" sz="2200" spc="-50">
                <a:solidFill>
                  <a:srgbClr val="FFFFFF"/>
                </a:solidFill>
                <a:latin typeface="Arial"/>
                <a:cs typeface="Arial"/>
              </a:rPr>
              <a:t>P</a:t>
            </a:r>
            <a:r>
              <a:rPr dirty="0" sz="2200">
                <a:solidFill>
                  <a:srgbClr val="FFFFFF"/>
                </a:solidFill>
                <a:latin typeface="Arial"/>
                <a:cs typeface="Arial"/>
              </a:rPr>
              <a:t>	</a:t>
            </a:r>
            <a:r>
              <a:rPr dirty="0" sz="2200" spc="-50">
                <a:solidFill>
                  <a:srgbClr val="FFFFFF"/>
                </a:solidFill>
                <a:latin typeface="Arial"/>
                <a:cs typeface="Arial"/>
              </a:rPr>
              <a:t>odu</a:t>
            </a:r>
            <a:r>
              <a:rPr dirty="0" sz="2200" spc="-360">
                <a:solidFill>
                  <a:srgbClr val="FFFFFF"/>
                </a:solidFill>
                <a:latin typeface="Arial"/>
                <a:cs typeface="Arial"/>
              </a:rPr>
              <a:t> </a:t>
            </a:r>
            <a:r>
              <a:rPr dirty="0" sz="2200" spc="-25">
                <a:solidFill>
                  <a:srgbClr val="FFFFFF"/>
                </a:solidFill>
                <a:latin typeface="Arial"/>
                <a:cs typeface="Arial"/>
              </a:rPr>
              <a:t>ct</a:t>
            </a:r>
            <a:r>
              <a:rPr dirty="0" sz="2200">
                <a:solidFill>
                  <a:srgbClr val="FFFFFF"/>
                </a:solidFill>
                <a:latin typeface="Arial"/>
                <a:cs typeface="Arial"/>
              </a:rPr>
              <a:t>	+</a:t>
            </a:r>
            <a:r>
              <a:rPr dirty="0" sz="2200" spc="-15">
                <a:solidFill>
                  <a:srgbClr val="FFFFFF"/>
                </a:solidFill>
                <a:latin typeface="Arial"/>
                <a:cs typeface="Arial"/>
              </a:rPr>
              <a:t> </a:t>
            </a:r>
            <a:r>
              <a:rPr dirty="0" sz="2200" spc="-25">
                <a:solidFill>
                  <a:srgbClr val="FFFFFF"/>
                </a:solidFill>
                <a:latin typeface="Arial"/>
                <a:cs typeface="Arial"/>
              </a:rPr>
              <a:t>be</a:t>
            </a:r>
            <a:r>
              <a:rPr dirty="0" sz="2200">
                <a:solidFill>
                  <a:srgbClr val="FFFFFF"/>
                </a:solidFill>
                <a:latin typeface="Arial"/>
                <a:cs typeface="Arial"/>
              </a:rPr>
              <a:t>	</a:t>
            </a:r>
            <a:r>
              <a:rPr dirty="0" sz="2200" spc="-35">
                <a:solidFill>
                  <a:srgbClr val="FFFFFF"/>
                </a:solidFill>
                <a:latin typeface="Arial"/>
                <a:cs typeface="Arial"/>
              </a:rPr>
              <a:t>vices</a:t>
            </a:r>
            <a:endParaRPr sz="2200">
              <a:latin typeface="Arial"/>
              <a:cs typeface="Arial"/>
            </a:endParaRPr>
          </a:p>
        </p:txBody>
      </p:sp>
      <p:sp>
        <p:nvSpPr>
          <p:cNvPr id="38" name="object 38" descr=""/>
          <p:cNvSpPr txBox="1"/>
          <p:nvPr/>
        </p:nvSpPr>
        <p:spPr>
          <a:xfrm>
            <a:off x="9169183" y="4826000"/>
            <a:ext cx="2706370" cy="375920"/>
          </a:xfrm>
          <a:prstGeom prst="rect">
            <a:avLst/>
          </a:prstGeom>
        </p:spPr>
        <p:txBody>
          <a:bodyPr wrap="square" lIns="0" tIns="12700" rIns="0" bIns="0" rtlCol="0" vert="horz">
            <a:spAutoFit/>
          </a:bodyPr>
          <a:lstStyle/>
          <a:p>
            <a:pPr marL="12700">
              <a:lnSpc>
                <a:spcPct val="100000"/>
              </a:lnSpc>
              <a:spcBef>
                <a:spcPts val="100"/>
              </a:spcBef>
              <a:tabLst>
                <a:tab pos="2505075" algn="l"/>
              </a:tabLst>
            </a:pPr>
            <a:r>
              <a:rPr dirty="0" sz="2300" spc="-335">
                <a:solidFill>
                  <a:srgbClr val="FFFFFF"/>
                </a:solidFill>
                <a:latin typeface="Arial"/>
                <a:cs typeface="Arial"/>
              </a:rPr>
              <a:t>R</a:t>
            </a:r>
            <a:r>
              <a:rPr dirty="0" sz="2300" spc="-290">
                <a:solidFill>
                  <a:srgbClr val="FFFFFF"/>
                </a:solidFill>
                <a:latin typeface="Arial"/>
                <a:cs typeface="Arial"/>
              </a:rPr>
              <a:t> </a:t>
            </a:r>
            <a:r>
              <a:rPr dirty="0" sz="2300" spc="-20">
                <a:solidFill>
                  <a:srgbClr val="FFFFFF"/>
                </a:solidFill>
                <a:latin typeface="Arial"/>
                <a:cs typeface="Arial"/>
              </a:rPr>
              <a:t>elatio</a:t>
            </a:r>
            <a:r>
              <a:rPr dirty="0" sz="2300" spc="-385">
                <a:solidFill>
                  <a:srgbClr val="FFFFFF"/>
                </a:solidFill>
                <a:latin typeface="Arial"/>
                <a:cs typeface="Arial"/>
              </a:rPr>
              <a:t> </a:t>
            </a:r>
            <a:r>
              <a:rPr dirty="0" sz="2300" spc="-95">
                <a:solidFill>
                  <a:srgbClr val="FFFFFF"/>
                </a:solidFill>
                <a:latin typeface="Arial"/>
                <a:cs typeface="Arial"/>
              </a:rPr>
              <a:t>nsh</a:t>
            </a:r>
            <a:r>
              <a:rPr dirty="0" sz="2300" spc="-95">
                <a:solidFill>
                  <a:srgbClr val="6E8782"/>
                </a:solidFill>
                <a:latin typeface="Arial"/>
                <a:cs typeface="Arial"/>
              </a:rPr>
              <a:t>i</a:t>
            </a:r>
            <a:r>
              <a:rPr dirty="0" sz="2300" spc="-95">
                <a:solidFill>
                  <a:srgbClr val="F9F9F9"/>
                </a:solidFill>
                <a:latin typeface="Arial"/>
                <a:cs typeface="Arial"/>
              </a:rPr>
              <a:t>D</a:t>
            </a:r>
            <a:r>
              <a:rPr dirty="0" sz="2300" spc="-5">
                <a:solidFill>
                  <a:srgbClr val="F9F9F9"/>
                </a:solidFill>
                <a:latin typeface="Arial"/>
                <a:cs typeface="Arial"/>
              </a:rPr>
              <a:t> </a:t>
            </a:r>
            <a:r>
              <a:rPr dirty="0" sz="2300" spc="-20">
                <a:solidFill>
                  <a:srgbClr val="FFFFFF"/>
                </a:solidFill>
                <a:latin typeface="Arial"/>
                <a:cs typeface="Arial"/>
              </a:rPr>
              <a:t>Cent</a:t>
            </a:r>
            <a:r>
              <a:rPr dirty="0" sz="2300">
                <a:solidFill>
                  <a:srgbClr val="FFFFFF"/>
                </a:solidFill>
                <a:latin typeface="Arial"/>
                <a:cs typeface="Arial"/>
              </a:rPr>
              <a:t>	</a:t>
            </a:r>
            <a:r>
              <a:rPr dirty="0" sz="2300" spc="-70">
                <a:solidFill>
                  <a:srgbClr val="FFFFFF"/>
                </a:solidFill>
                <a:latin typeface="Arial"/>
                <a:cs typeface="Arial"/>
              </a:rPr>
              <a:t>ic</a:t>
            </a:r>
            <a:endParaRPr sz="2300">
              <a:latin typeface="Arial"/>
              <a:cs typeface="Arial"/>
            </a:endParaRPr>
          </a:p>
        </p:txBody>
      </p:sp>
      <p:grpSp>
        <p:nvGrpSpPr>
          <p:cNvPr id="39" name="object 39" descr=""/>
          <p:cNvGrpSpPr/>
          <p:nvPr/>
        </p:nvGrpSpPr>
        <p:grpSpPr>
          <a:xfrm>
            <a:off x="10160" y="5354320"/>
            <a:ext cx="12171680" cy="284480"/>
            <a:chOff x="10160" y="5354320"/>
            <a:chExt cx="12171680" cy="284480"/>
          </a:xfrm>
        </p:grpSpPr>
        <p:pic>
          <p:nvPicPr>
            <p:cNvPr id="40" name="object 40" descr=""/>
            <p:cNvPicPr/>
            <p:nvPr/>
          </p:nvPicPr>
          <p:blipFill>
            <a:blip r:embed="rId22" cstate="print"/>
            <a:stretch>
              <a:fillRect/>
            </a:stretch>
          </p:blipFill>
          <p:spPr>
            <a:xfrm>
              <a:off x="792479" y="5364480"/>
              <a:ext cx="609600" cy="223519"/>
            </a:xfrm>
            <a:prstGeom prst="rect">
              <a:avLst/>
            </a:prstGeom>
          </p:spPr>
        </p:pic>
        <p:pic>
          <p:nvPicPr>
            <p:cNvPr id="41" name="object 41" descr=""/>
            <p:cNvPicPr/>
            <p:nvPr/>
          </p:nvPicPr>
          <p:blipFill>
            <a:blip r:embed="rId23" cstate="print"/>
            <a:stretch>
              <a:fillRect/>
            </a:stretch>
          </p:blipFill>
          <p:spPr>
            <a:xfrm>
              <a:off x="10220960" y="5364480"/>
              <a:ext cx="609600" cy="274319"/>
            </a:xfrm>
            <a:prstGeom prst="rect">
              <a:avLst/>
            </a:prstGeom>
          </p:spPr>
        </p:pic>
        <p:sp>
          <p:nvSpPr>
            <p:cNvPr id="42" name="object 42" descr=""/>
            <p:cNvSpPr/>
            <p:nvPr/>
          </p:nvSpPr>
          <p:spPr>
            <a:xfrm>
              <a:off x="10160" y="5354320"/>
              <a:ext cx="12171680" cy="284480"/>
            </a:xfrm>
            <a:custGeom>
              <a:avLst/>
              <a:gdLst/>
              <a:ahLst/>
              <a:cxnLst/>
              <a:rect l="l" t="t" r="r" b="b"/>
              <a:pathLst>
                <a:path w="12171680" h="284479">
                  <a:moveTo>
                    <a:pt x="12171680" y="284480"/>
                  </a:moveTo>
                  <a:lnTo>
                    <a:pt x="0" y="284480"/>
                  </a:lnTo>
                  <a:lnTo>
                    <a:pt x="0" y="0"/>
                  </a:lnTo>
                  <a:lnTo>
                    <a:pt x="12171680" y="0"/>
                  </a:lnTo>
                  <a:lnTo>
                    <a:pt x="12171680" y="284480"/>
                  </a:lnTo>
                  <a:close/>
                </a:path>
              </a:pathLst>
            </a:custGeom>
            <a:solidFill>
              <a:srgbClr val="3D484B"/>
            </a:solidFill>
          </p:spPr>
          <p:txBody>
            <a:bodyPr wrap="square" lIns="0" tIns="0" rIns="0" bIns="0" rtlCol="0"/>
            <a:lstStyle/>
            <a:p/>
          </p:txBody>
        </p:sp>
      </p:grpSp>
      <p:sp>
        <p:nvSpPr>
          <p:cNvPr id="43" name="object 43" descr=""/>
          <p:cNvSpPr txBox="1"/>
          <p:nvPr/>
        </p:nvSpPr>
        <p:spPr>
          <a:xfrm>
            <a:off x="3419449" y="5255259"/>
            <a:ext cx="691515" cy="360680"/>
          </a:xfrm>
          <a:prstGeom prst="rect">
            <a:avLst/>
          </a:prstGeom>
        </p:spPr>
        <p:txBody>
          <a:bodyPr wrap="square" lIns="0" tIns="12700" rIns="0" bIns="0" rtlCol="0" vert="horz">
            <a:spAutoFit/>
          </a:bodyPr>
          <a:lstStyle/>
          <a:p>
            <a:pPr marL="12700">
              <a:lnSpc>
                <a:spcPct val="100000"/>
              </a:lnSpc>
              <a:spcBef>
                <a:spcPts val="100"/>
              </a:spcBef>
            </a:pPr>
            <a:r>
              <a:rPr dirty="0" sz="2200" spc="-10">
                <a:solidFill>
                  <a:srgbClr val="FFFFFF"/>
                </a:solidFill>
                <a:latin typeface="Times New Roman"/>
                <a:cs typeface="Times New Roman"/>
              </a:rPr>
              <a:t>1990s</a:t>
            </a:r>
            <a:endParaRPr sz="2200">
              <a:latin typeface="Times New Roman"/>
              <a:cs typeface="Times New Roman"/>
            </a:endParaRPr>
          </a:p>
        </p:txBody>
      </p:sp>
      <p:sp>
        <p:nvSpPr>
          <p:cNvPr id="44" name="object 44" descr=""/>
          <p:cNvSpPr txBox="1"/>
          <p:nvPr/>
        </p:nvSpPr>
        <p:spPr>
          <a:xfrm>
            <a:off x="5845492" y="4781153"/>
            <a:ext cx="2413635" cy="840105"/>
          </a:xfrm>
          <a:prstGeom prst="rect">
            <a:avLst/>
          </a:prstGeom>
        </p:spPr>
        <p:txBody>
          <a:bodyPr wrap="square" lIns="0" tIns="63500" rIns="0" bIns="0" rtlCol="0" vert="horz">
            <a:spAutoFit/>
          </a:bodyPr>
          <a:lstStyle/>
          <a:p>
            <a:pPr marL="12700">
              <a:lnSpc>
                <a:spcPct val="100000"/>
              </a:lnSpc>
              <a:spcBef>
                <a:spcPts val="500"/>
              </a:spcBef>
              <a:tabLst>
                <a:tab pos="1414145" algn="l"/>
                <a:tab pos="2212340" algn="l"/>
              </a:tabLst>
            </a:pPr>
            <a:r>
              <a:rPr dirty="0" sz="2250">
                <a:solidFill>
                  <a:srgbClr val="FFFFFF"/>
                </a:solidFill>
                <a:latin typeface="Arial"/>
                <a:cs typeface="Arial"/>
              </a:rPr>
              <a:t>Custo</a:t>
            </a:r>
            <a:r>
              <a:rPr dirty="0" sz="2250" spc="-160">
                <a:solidFill>
                  <a:srgbClr val="FFFFFF"/>
                </a:solidFill>
                <a:latin typeface="Arial"/>
                <a:cs typeface="Arial"/>
              </a:rPr>
              <a:t> </a:t>
            </a:r>
            <a:r>
              <a:rPr dirty="0" sz="2250" spc="-25">
                <a:solidFill>
                  <a:srgbClr val="FFFFFF"/>
                </a:solidFill>
                <a:latin typeface="Arial"/>
                <a:cs typeface="Arial"/>
              </a:rPr>
              <a:t>me</a:t>
            </a:r>
            <a:r>
              <a:rPr dirty="0" sz="2250">
                <a:solidFill>
                  <a:srgbClr val="FFFFFF"/>
                </a:solidFill>
                <a:latin typeface="Arial"/>
                <a:cs typeface="Arial"/>
              </a:rPr>
              <a:t>	Ce</a:t>
            </a:r>
            <a:r>
              <a:rPr dirty="0" sz="2250" spc="-345">
                <a:solidFill>
                  <a:srgbClr val="FFFFFF"/>
                </a:solidFill>
                <a:latin typeface="Arial"/>
                <a:cs typeface="Arial"/>
              </a:rPr>
              <a:t> </a:t>
            </a:r>
            <a:r>
              <a:rPr dirty="0" sz="2250" spc="65">
                <a:solidFill>
                  <a:srgbClr val="FFFFFF"/>
                </a:solidFill>
                <a:latin typeface="Arial"/>
                <a:cs typeface="Arial"/>
              </a:rPr>
              <a:t>nt</a:t>
            </a:r>
            <a:r>
              <a:rPr dirty="0" sz="2250">
                <a:solidFill>
                  <a:srgbClr val="FFFFFF"/>
                </a:solidFill>
                <a:latin typeface="Arial"/>
                <a:cs typeface="Arial"/>
              </a:rPr>
              <a:t>	</a:t>
            </a:r>
            <a:r>
              <a:rPr dirty="0" sz="2250" spc="-45">
                <a:solidFill>
                  <a:srgbClr val="FFFFFF"/>
                </a:solidFill>
                <a:latin typeface="Arial"/>
                <a:cs typeface="Arial"/>
              </a:rPr>
              <a:t>ic</a:t>
            </a:r>
            <a:endParaRPr sz="2250">
              <a:latin typeface="Arial"/>
              <a:cs typeface="Arial"/>
            </a:endParaRPr>
          </a:p>
          <a:p>
            <a:pPr algn="ctr" marR="89535">
              <a:lnSpc>
                <a:spcPct val="100000"/>
              </a:lnSpc>
              <a:spcBef>
                <a:spcPts val="430"/>
              </a:spcBef>
            </a:pPr>
            <a:r>
              <a:rPr dirty="0" sz="2400" spc="-20">
                <a:solidFill>
                  <a:srgbClr val="FFFFFF"/>
                </a:solidFill>
                <a:latin typeface="Courier New"/>
                <a:cs typeface="Courier New"/>
              </a:rPr>
              <a:t>7000</a:t>
            </a:r>
            <a:endParaRPr sz="2400">
              <a:latin typeface="Courier New"/>
              <a:cs typeface="Courier New"/>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10160" y="1808479"/>
            <a:ext cx="12181840" cy="4846320"/>
          </a:xfrm>
          <a:prstGeom prst="rect">
            <a:avLst/>
          </a:prstGeom>
        </p:spPr>
      </p:pic>
      <p:pic>
        <p:nvPicPr>
          <p:cNvPr id="3" name="object 3" descr=""/>
          <p:cNvPicPr/>
          <p:nvPr/>
        </p:nvPicPr>
        <p:blipFill>
          <a:blip r:embed="rId3" cstate="print"/>
          <a:stretch>
            <a:fillRect/>
          </a:stretch>
        </p:blipFill>
        <p:spPr>
          <a:xfrm>
            <a:off x="10160" y="254000"/>
            <a:ext cx="12181840" cy="1361439"/>
          </a:xfrm>
          <a:prstGeom prst="rect">
            <a:avLst/>
          </a:prstGeom>
        </p:spPr>
      </p:pic>
      <p:sp>
        <p:nvSpPr>
          <p:cNvPr id="4" name="object 4" descr=""/>
          <p:cNvSpPr/>
          <p:nvPr/>
        </p:nvSpPr>
        <p:spPr>
          <a:xfrm>
            <a:off x="1727200" y="1838960"/>
            <a:ext cx="2560320" cy="457200"/>
          </a:xfrm>
          <a:custGeom>
            <a:avLst/>
            <a:gdLst/>
            <a:ahLst/>
            <a:cxnLst/>
            <a:rect l="l" t="t" r="r" b="b"/>
            <a:pathLst>
              <a:path w="2560320" h="457200">
                <a:moveTo>
                  <a:pt x="2560320" y="457200"/>
                </a:moveTo>
                <a:lnTo>
                  <a:pt x="0" y="457200"/>
                </a:lnTo>
                <a:lnTo>
                  <a:pt x="0" y="0"/>
                </a:lnTo>
                <a:lnTo>
                  <a:pt x="2560320" y="0"/>
                </a:lnTo>
                <a:lnTo>
                  <a:pt x="2560320" y="457200"/>
                </a:lnTo>
                <a:close/>
              </a:path>
            </a:pathLst>
          </a:custGeom>
          <a:solidFill>
            <a:srgbClr val="424242"/>
          </a:solidFill>
        </p:spPr>
        <p:txBody>
          <a:bodyPr wrap="square" lIns="0" tIns="0" rIns="0" bIns="0" rtlCol="0"/>
          <a:lstStyle/>
          <a:p/>
        </p:txBody>
      </p:sp>
      <p:sp>
        <p:nvSpPr>
          <p:cNvPr id="5" name="object 5" descr=""/>
          <p:cNvSpPr txBox="1"/>
          <p:nvPr/>
        </p:nvSpPr>
        <p:spPr>
          <a:xfrm>
            <a:off x="1710054" y="1628140"/>
            <a:ext cx="2559685" cy="787400"/>
          </a:xfrm>
          <a:prstGeom prst="rect">
            <a:avLst/>
          </a:prstGeom>
        </p:spPr>
        <p:txBody>
          <a:bodyPr wrap="square" lIns="0" tIns="12700" rIns="0" bIns="0" rtlCol="0" vert="horz">
            <a:spAutoFit/>
          </a:bodyPr>
          <a:lstStyle/>
          <a:p>
            <a:pPr marL="12700">
              <a:lnSpc>
                <a:spcPct val="100000"/>
              </a:lnSpc>
              <a:spcBef>
                <a:spcPts val="100"/>
              </a:spcBef>
            </a:pPr>
            <a:r>
              <a:rPr dirty="0" sz="5000" spc="-470">
                <a:solidFill>
                  <a:srgbClr val="FFFFFF"/>
                </a:solidFill>
                <a:latin typeface="Arial"/>
                <a:cs typeface="Arial"/>
              </a:rPr>
              <a:t>THE</a:t>
            </a:r>
            <a:r>
              <a:rPr dirty="0" sz="5000" spc="70">
                <a:solidFill>
                  <a:srgbClr val="FFFFFF"/>
                </a:solidFill>
                <a:latin typeface="Arial"/>
                <a:cs typeface="Arial"/>
              </a:rPr>
              <a:t> </a:t>
            </a:r>
            <a:r>
              <a:rPr dirty="0" sz="5000" spc="-565">
                <a:solidFill>
                  <a:srgbClr val="FFFFFF"/>
                </a:solidFill>
                <a:latin typeface="Arial"/>
                <a:cs typeface="Arial"/>
              </a:rPr>
              <a:t>WAY</a:t>
            </a:r>
            <a:endParaRPr sz="5000">
              <a:latin typeface="Arial"/>
              <a:cs typeface="Arial"/>
            </a:endParaRPr>
          </a:p>
        </p:txBody>
      </p:sp>
      <p:sp>
        <p:nvSpPr>
          <p:cNvPr id="6" name="object 6" descr=""/>
          <p:cNvSpPr/>
          <p:nvPr/>
        </p:nvSpPr>
        <p:spPr>
          <a:xfrm>
            <a:off x="1280160" y="2509520"/>
            <a:ext cx="3088640" cy="457200"/>
          </a:xfrm>
          <a:custGeom>
            <a:avLst/>
            <a:gdLst/>
            <a:ahLst/>
            <a:cxnLst/>
            <a:rect l="l" t="t" r="r" b="b"/>
            <a:pathLst>
              <a:path w="3088640" h="457200">
                <a:moveTo>
                  <a:pt x="3088640" y="457200"/>
                </a:moveTo>
                <a:lnTo>
                  <a:pt x="0" y="457200"/>
                </a:lnTo>
                <a:lnTo>
                  <a:pt x="0" y="0"/>
                </a:lnTo>
                <a:lnTo>
                  <a:pt x="3088640" y="0"/>
                </a:lnTo>
                <a:lnTo>
                  <a:pt x="3088640" y="457200"/>
                </a:lnTo>
                <a:close/>
              </a:path>
            </a:pathLst>
          </a:custGeom>
          <a:solidFill>
            <a:srgbClr val="3B3B3B"/>
          </a:solidFill>
        </p:spPr>
        <p:txBody>
          <a:bodyPr wrap="square" lIns="0" tIns="0" rIns="0" bIns="0" rtlCol="0"/>
          <a:lstStyle/>
          <a:p/>
        </p:txBody>
      </p:sp>
      <p:sp>
        <p:nvSpPr>
          <p:cNvPr id="7" name="object 7"/>
          <p:cNvSpPr txBox="1">
            <a:spLocks noGrp="1"/>
          </p:cNvSpPr>
          <p:nvPr>
            <p:ph type="title"/>
          </p:nvPr>
        </p:nvSpPr>
        <p:spPr>
          <a:xfrm>
            <a:off x="1226769" y="2273300"/>
            <a:ext cx="3176270" cy="817880"/>
          </a:xfrm>
          <a:prstGeom prst="rect"/>
        </p:spPr>
        <p:txBody>
          <a:bodyPr wrap="square" lIns="0" tIns="12700" rIns="0" bIns="0" rtlCol="0" vert="horz">
            <a:spAutoFit/>
          </a:bodyPr>
          <a:lstStyle/>
          <a:p>
            <a:pPr marL="12700">
              <a:lnSpc>
                <a:spcPct val="100000"/>
              </a:lnSpc>
              <a:spcBef>
                <a:spcPts val="100"/>
              </a:spcBef>
            </a:pPr>
            <a:r>
              <a:rPr dirty="0" sz="5200" spc="-630"/>
              <a:t>PEOPLE</a:t>
            </a:r>
            <a:r>
              <a:rPr dirty="0" sz="5200" spc="260"/>
              <a:t> </a:t>
            </a:r>
            <a:r>
              <a:rPr dirty="0" sz="5200" spc="-610"/>
              <a:t>BU</a:t>
            </a:r>
            <a:endParaRPr sz="5200"/>
          </a:p>
        </p:txBody>
      </p:sp>
      <p:sp>
        <p:nvSpPr>
          <p:cNvPr id="8" name="object 8" descr=""/>
          <p:cNvSpPr/>
          <p:nvPr/>
        </p:nvSpPr>
        <p:spPr>
          <a:xfrm>
            <a:off x="873760" y="3169920"/>
            <a:ext cx="3464560" cy="457200"/>
          </a:xfrm>
          <a:custGeom>
            <a:avLst/>
            <a:gdLst/>
            <a:ahLst/>
            <a:cxnLst/>
            <a:rect l="l" t="t" r="r" b="b"/>
            <a:pathLst>
              <a:path w="3464560" h="457200">
                <a:moveTo>
                  <a:pt x="3464560" y="457200"/>
                </a:moveTo>
                <a:lnTo>
                  <a:pt x="0" y="457200"/>
                </a:lnTo>
                <a:lnTo>
                  <a:pt x="0" y="0"/>
                </a:lnTo>
                <a:lnTo>
                  <a:pt x="3464560" y="0"/>
                </a:lnTo>
                <a:lnTo>
                  <a:pt x="3464560" y="457200"/>
                </a:lnTo>
                <a:close/>
              </a:path>
            </a:pathLst>
          </a:custGeom>
          <a:solidFill>
            <a:srgbClr val="626262"/>
          </a:solidFill>
        </p:spPr>
        <p:txBody>
          <a:bodyPr wrap="square" lIns="0" tIns="0" rIns="0" bIns="0" rtlCol="0"/>
          <a:lstStyle/>
          <a:p/>
        </p:txBody>
      </p:sp>
      <p:sp>
        <p:nvSpPr>
          <p:cNvPr id="9" name="object 9" descr=""/>
          <p:cNvSpPr/>
          <p:nvPr/>
        </p:nvSpPr>
        <p:spPr>
          <a:xfrm>
            <a:off x="1422400" y="3820159"/>
            <a:ext cx="3190240" cy="457200"/>
          </a:xfrm>
          <a:custGeom>
            <a:avLst/>
            <a:gdLst/>
            <a:ahLst/>
            <a:cxnLst/>
            <a:rect l="l" t="t" r="r" b="b"/>
            <a:pathLst>
              <a:path w="3190240" h="457200">
                <a:moveTo>
                  <a:pt x="3190240" y="457200"/>
                </a:moveTo>
                <a:lnTo>
                  <a:pt x="0" y="457200"/>
                </a:lnTo>
                <a:lnTo>
                  <a:pt x="0" y="0"/>
                </a:lnTo>
                <a:lnTo>
                  <a:pt x="3190240" y="0"/>
                </a:lnTo>
                <a:lnTo>
                  <a:pt x="3190240" y="457200"/>
                </a:lnTo>
                <a:close/>
              </a:path>
            </a:pathLst>
          </a:custGeom>
          <a:solidFill>
            <a:srgbClr val="444444"/>
          </a:solidFill>
        </p:spPr>
        <p:txBody>
          <a:bodyPr wrap="square" lIns="0" tIns="0" rIns="0" bIns="0" rtlCol="0"/>
          <a:lstStyle/>
          <a:p/>
        </p:txBody>
      </p:sp>
      <p:sp>
        <p:nvSpPr>
          <p:cNvPr id="10" name="object 10" descr=""/>
          <p:cNvSpPr txBox="1"/>
          <p:nvPr/>
        </p:nvSpPr>
        <p:spPr>
          <a:xfrm>
            <a:off x="818241" y="2940050"/>
            <a:ext cx="3787775" cy="1471930"/>
          </a:xfrm>
          <a:prstGeom prst="rect">
            <a:avLst/>
          </a:prstGeom>
        </p:spPr>
        <p:txBody>
          <a:bodyPr wrap="square" lIns="0" tIns="12700" rIns="0" bIns="0" rtlCol="0" vert="horz">
            <a:spAutoFit/>
          </a:bodyPr>
          <a:lstStyle/>
          <a:p>
            <a:pPr algn="ctr" marR="252729">
              <a:lnSpc>
                <a:spcPts val="5425"/>
              </a:lnSpc>
              <a:spcBef>
                <a:spcPts val="100"/>
              </a:spcBef>
            </a:pPr>
            <a:r>
              <a:rPr dirty="0" sz="5150" spc="-500">
                <a:solidFill>
                  <a:srgbClr val="FFFFFF"/>
                </a:solidFill>
                <a:latin typeface="Arial"/>
                <a:cs typeface="Arial"/>
              </a:rPr>
              <a:t>HAS</a:t>
            </a:r>
            <a:r>
              <a:rPr dirty="0" sz="5150" spc="-150">
                <a:solidFill>
                  <a:srgbClr val="FFFFFF"/>
                </a:solidFill>
                <a:latin typeface="Arial"/>
                <a:cs typeface="Arial"/>
              </a:rPr>
              <a:t> </a:t>
            </a:r>
            <a:r>
              <a:rPr dirty="0" sz="5150" spc="-350">
                <a:solidFill>
                  <a:srgbClr val="FFFFFF"/>
                </a:solidFill>
                <a:latin typeface="Arial"/>
                <a:cs typeface="Arial"/>
              </a:rPr>
              <a:t>CHANG</a:t>
            </a:r>
            <a:endParaRPr sz="5150">
              <a:latin typeface="Arial"/>
              <a:cs typeface="Arial"/>
            </a:endParaRPr>
          </a:p>
          <a:p>
            <a:pPr algn="ctr" marL="542925">
              <a:lnSpc>
                <a:spcPts val="5965"/>
              </a:lnSpc>
            </a:pPr>
            <a:r>
              <a:rPr dirty="0" sz="5600" spc="-910">
                <a:solidFill>
                  <a:srgbClr val="FFFFFF"/>
                </a:solidFill>
                <a:latin typeface="Arial"/>
                <a:cs typeface="Arial"/>
              </a:rPr>
              <a:t>FOR</a:t>
            </a:r>
            <a:r>
              <a:rPr dirty="0" sz="5600" spc="25">
                <a:solidFill>
                  <a:srgbClr val="FFFFFF"/>
                </a:solidFill>
                <a:latin typeface="Arial"/>
                <a:cs typeface="Arial"/>
              </a:rPr>
              <a:t> </a:t>
            </a:r>
            <a:r>
              <a:rPr dirty="0" sz="5600" spc="-670">
                <a:solidFill>
                  <a:srgbClr val="FFFFFF"/>
                </a:solidFill>
                <a:latin typeface="Arial"/>
                <a:cs typeface="Arial"/>
              </a:rPr>
              <a:t>GOOD</a:t>
            </a:r>
            <a:endParaRPr sz="5600">
              <a:latin typeface="Arial"/>
              <a:cs typeface="Arial"/>
            </a:endParaRPr>
          </a:p>
        </p:txBody>
      </p:sp>
      <p:sp>
        <p:nvSpPr>
          <p:cNvPr id="11" name="object 11" descr=""/>
          <p:cNvSpPr/>
          <p:nvPr/>
        </p:nvSpPr>
        <p:spPr>
          <a:xfrm>
            <a:off x="7741919" y="2865120"/>
            <a:ext cx="2418080" cy="264160"/>
          </a:xfrm>
          <a:custGeom>
            <a:avLst/>
            <a:gdLst/>
            <a:ahLst/>
            <a:cxnLst/>
            <a:rect l="l" t="t" r="r" b="b"/>
            <a:pathLst>
              <a:path w="2418079" h="264160">
                <a:moveTo>
                  <a:pt x="2418080" y="264160"/>
                </a:moveTo>
                <a:lnTo>
                  <a:pt x="0" y="264160"/>
                </a:lnTo>
                <a:lnTo>
                  <a:pt x="0" y="0"/>
                </a:lnTo>
                <a:lnTo>
                  <a:pt x="2418080" y="0"/>
                </a:lnTo>
                <a:lnTo>
                  <a:pt x="2418080" y="264160"/>
                </a:lnTo>
                <a:close/>
              </a:path>
            </a:pathLst>
          </a:custGeom>
          <a:solidFill>
            <a:srgbClr val="695459"/>
          </a:solidFill>
        </p:spPr>
        <p:txBody>
          <a:bodyPr wrap="square" lIns="0" tIns="0" rIns="0" bIns="0" rtlCol="0"/>
          <a:lstStyle/>
          <a:p/>
        </p:txBody>
      </p:sp>
      <p:sp>
        <p:nvSpPr>
          <p:cNvPr id="12" name="object 12" descr=""/>
          <p:cNvSpPr txBox="1"/>
          <p:nvPr/>
        </p:nvSpPr>
        <p:spPr>
          <a:xfrm>
            <a:off x="7711788" y="2747009"/>
            <a:ext cx="2480310" cy="444500"/>
          </a:xfrm>
          <a:prstGeom prst="rect">
            <a:avLst/>
          </a:prstGeom>
        </p:spPr>
        <p:txBody>
          <a:bodyPr wrap="square" lIns="0" tIns="12700" rIns="0" bIns="0" rtlCol="0" vert="horz">
            <a:spAutoFit/>
          </a:bodyPr>
          <a:lstStyle/>
          <a:p>
            <a:pPr marL="12700">
              <a:lnSpc>
                <a:spcPct val="100000"/>
              </a:lnSpc>
              <a:spcBef>
                <a:spcPts val="100"/>
              </a:spcBef>
              <a:tabLst>
                <a:tab pos="427990" algn="l"/>
              </a:tabLst>
            </a:pPr>
            <a:r>
              <a:rPr dirty="0" sz="2750" spc="-50">
                <a:solidFill>
                  <a:srgbClr val="FFFFFF"/>
                </a:solidFill>
                <a:latin typeface="Arial"/>
                <a:cs typeface="Arial"/>
              </a:rPr>
              <a:t>U</a:t>
            </a:r>
            <a:r>
              <a:rPr dirty="0" sz="2750">
                <a:solidFill>
                  <a:srgbClr val="FFFFFF"/>
                </a:solidFill>
                <a:latin typeface="Arial"/>
                <a:cs typeface="Arial"/>
              </a:rPr>
              <a:t>	</a:t>
            </a:r>
            <a:r>
              <a:rPr dirty="0" sz="2750" spc="-20">
                <a:solidFill>
                  <a:srgbClr val="FFFFFF"/>
                </a:solidFill>
                <a:latin typeface="Arial"/>
                <a:cs typeface="Arial"/>
              </a:rPr>
              <a:t>TOM</a:t>
            </a:r>
            <a:r>
              <a:rPr dirty="0" sz="2750" spc="-130">
                <a:solidFill>
                  <a:srgbClr val="FFFFFF"/>
                </a:solidFill>
                <a:latin typeface="Arial"/>
                <a:cs typeface="Arial"/>
              </a:rPr>
              <a:t> </a:t>
            </a:r>
            <a:r>
              <a:rPr dirty="0" sz="2750" spc="-265">
                <a:solidFill>
                  <a:srgbClr val="FFFFFF"/>
                </a:solidFill>
                <a:latin typeface="Arial"/>
                <a:cs typeface="Arial"/>
              </a:rPr>
              <a:t>ZAT</a:t>
            </a:r>
            <a:r>
              <a:rPr dirty="0" sz="2750" spc="75">
                <a:solidFill>
                  <a:srgbClr val="FFFFFF"/>
                </a:solidFill>
                <a:latin typeface="Arial"/>
                <a:cs typeface="Arial"/>
              </a:rPr>
              <a:t> </a:t>
            </a:r>
            <a:r>
              <a:rPr dirty="0" sz="2750" spc="-25">
                <a:solidFill>
                  <a:srgbClr val="FFFFFF"/>
                </a:solidFill>
                <a:latin typeface="Arial"/>
                <a:cs typeface="Arial"/>
              </a:rPr>
              <a:t>ON</a:t>
            </a:r>
            <a:endParaRPr sz="2750">
              <a:latin typeface="Arial"/>
              <a:cs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10160" y="6065520"/>
            <a:ext cx="12181840" cy="518159"/>
          </a:xfrm>
          <a:prstGeom prst="rect">
            <a:avLst/>
          </a:prstGeom>
        </p:spPr>
      </p:pic>
      <p:pic>
        <p:nvPicPr>
          <p:cNvPr id="3" name="object 3" descr=""/>
          <p:cNvPicPr/>
          <p:nvPr/>
        </p:nvPicPr>
        <p:blipFill>
          <a:blip r:embed="rId3" cstate="print"/>
          <a:stretch>
            <a:fillRect/>
          </a:stretch>
        </p:blipFill>
        <p:spPr>
          <a:xfrm>
            <a:off x="10160" y="2611120"/>
            <a:ext cx="12181840" cy="873760"/>
          </a:xfrm>
          <a:prstGeom prst="rect">
            <a:avLst/>
          </a:prstGeom>
        </p:spPr>
      </p:pic>
      <p:grpSp>
        <p:nvGrpSpPr>
          <p:cNvPr id="4" name="object 4" descr=""/>
          <p:cNvGrpSpPr/>
          <p:nvPr/>
        </p:nvGrpSpPr>
        <p:grpSpPr>
          <a:xfrm>
            <a:off x="10160" y="10160"/>
            <a:ext cx="8036559" cy="1524000"/>
            <a:chOff x="10160" y="10160"/>
            <a:chExt cx="8036559" cy="1524000"/>
          </a:xfrm>
        </p:grpSpPr>
        <p:pic>
          <p:nvPicPr>
            <p:cNvPr id="5" name="object 5" descr=""/>
            <p:cNvPicPr/>
            <p:nvPr/>
          </p:nvPicPr>
          <p:blipFill>
            <a:blip r:embed="rId4" cstate="print"/>
            <a:stretch>
              <a:fillRect/>
            </a:stretch>
          </p:blipFill>
          <p:spPr>
            <a:xfrm>
              <a:off x="10160" y="10160"/>
              <a:ext cx="8036559" cy="1524000"/>
            </a:xfrm>
            <a:prstGeom prst="rect">
              <a:avLst/>
            </a:prstGeom>
          </p:spPr>
        </p:pic>
        <p:sp>
          <p:nvSpPr>
            <p:cNvPr id="6" name="object 6" descr=""/>
            <p:cNvSpPr/>
            <p:nvPr/>
          </p:nvSpPr>
          <p:spPr>
            <a:xfrm>
              <a:off x="1920239" y="1015999"/>
              <a:ext cx="3200400" cy="508000"/>
            </a:xfrm>
            <a:custGeom>
              <a:avLst/>
              <a:gdLst/>
              <a:ahLst/>
              <a:cxnLst/>
              <a:rect l="l" t="t" r="r" b="b"/>
              <a:pathLst>
                <a:path w="3200400" h="508000">
                  <a:moveTo>
                    <a:pt x="3200400" y="508000"/>
                  </a:moveTo>
                  <a:lnTo>
                    <a:pt x="0" y="508000"/>
                  </a:lnTo>
                  <a:lnTo>
                    <a:pt x="0" y="0"/>
                  </a:lnTo>
                  <a:lnTo>
                    <a:pt x="3200400" y="0"/>
                  </a:lnTo>
                  <a:lnTo>
                    <a:pt x="3200400" y="508000"/>
                  </a:lnTo>
                  <a:close/>
                </a:path>
              </a:pathLst>
            </a:custGeom>
            <a:solidFill>
              <a:srgbClr val="95857E"/>
            </a:solidFill>
          </p:spPr>
          <p:txBody>
            <a:bodyPr wrap="square" lIns="0" tIns="0" rIns="0" bIns="0" rtlCol="0"/>
            <a:lstStyle/>
            <a:p/>
          </p:txBody>
        </p:sp>
      </p:grpSp>
      <p:sp>
        <p:nvSpPr>
          <p:cNvPr id="7" name="object 7"/>
          <p:cNvSpPr txBox="1">
            <a:spLocks noGrp="1"/>
          </p:cNvSpPr>
          <p:nvPr>
            <p:ph type="title"/>
          </p:nvPr>
        </p:nvSpPr>
        <p:spPr>
          <a:xfrm>
            <a:off x="1918876" y="722629"/>
            <a:ext cx="3165475" cy="947419"/>
          </a:xfrm>
          <a:prstGeom prst="rect"/>
        </p:spPr>
        <p:txBody>
          <a:bodyPr wrap="square" lIns="0" tIns="12700" rIns="0" bIns="0" rtlCol="0" vert="horz">
            <a:spAutoFit/>
          </a:bodyPr>
          <a:lstStyle/>
          <a:p>
            <a:pPr marL="12700">
              <a:lnSpc>
                <a:spcPct val="100000"/>
              </a:lnSpc>
              <a:spcBef>
                <a:spcPts val="100"/>
              </a:spcBef>
            </a:pPr>
            <a:r>
              <a:rPr dirty="0" sz="6050" spc="-650"/>
              <a:t>A</a:t>
            </a:r>
            <a:r>
              <a:rPr dirty="0" sz="6050" spc="-490"/>
              <a:t> </a:t>
            </a:r>
            <a:r>
              <a:rPr dirty="0" sz="6050" spc="-705"/>
              <a:t>GLOBAL</a:t>
            </a:r>
            <a:endParaRPr sz="6050"/>
          </a:p>
        </p:txBody>
      </p:sp>
      <p:grpSp>
        <p:nvGrpSpPr>
          <p:cNvPr id="8" name="object 8" descr=""/>
          <p:cNvGrpSpPr/>
          <p:nvPr/>
        </p:nvGrpSpPr>
        <p:grpSpPr>
          <a:xfrm>
            <a:off x="10160" y="1818639"/>
            <a:ext cx="12181840" cy="50800"/>
            <a:chOff x="10160" y="1818639"/>
            <a:chExt cx="12181840" cy="50800"/>
          </a:xfrm>
        </p:grpSpPr>
        <p:pic>
          <p:nvPicPr>
            <p:cNvPr id="9" name="object 9" descr=""/>
            <p:cNvPicPr/>
            <p:nvPr/>
          </p:nvPicPr>
          <p:blipFill>
            <a:blip r:embed="rId5" cstate="print"/>
            <a:stretch>
              <a:fillRect/>
            </a:stretch>
          </p:blipFill>
          <p:spPr>
            <a:xfrm>
              <a:off x="10160" y="1818639"/>
              <a:ext cx="12181840" cy="50800"/>
            </a:xfrm>
            <a:prstGeom prst="rect">
              <a:avLst/>
            </a:prstGeom>
          </p:spPr>
        </p:pic>
        <p:pic>
          <p:nvPicPr>
            <p:cNvPr id="10" name="object 10" descr=""/>
            <p:cNvPicPr/>
            <p:nvPr/>
          </p:nvPicPr>
          <p:blipFill>
            <a:blip r:embed="rId6" cstate="print"/>
            <a:stretch>
              <a:fillRect/>
            </a:stretch>
          </p:blipFill>
          <p:spPr>
            <a:xfrm>
              <a:off x="10160" y="1818639"/>
              <a:ext cx="12181840" cy="50800"/>
            </a:xfrm>
            <a:prstGeom prst="rect">
              <a:avLst/>
            </a:prstGeom>
          </p:spPr>
        </p:pic>
      </p:grpSp>
      <p:grpSp>
        <p:nvGrpSpPr>
          <p:cNvPr id="11" name="object 11" descr=""/>
          <p:cNvGrpSpPr/>
          <p:nvPr/>
        </p:nvGrpSpPr>
        <p:grpSpPr>
          <a:xfrm>
            <a:off x="10160" y="2042160"/>
            <a:ext cx="12181840" cy="172720"/>
            <a:chOff x="10160" y="2042160"/>
            <a:chExt cx="12181840" cy="172720"/>
          </a:xfrm>
        </p:grpSpPr>
        <p:pic>
          <p:nvPicPr>
            <p:cNvPr id="12" name="object 12" descr=""/>
            <p:cNvPicPr/>
            <p:nvPr/>
          </p:nvPicPr>
          <p:blipFill>
            <a:blip r:embed="rId7" cstate="print"/>
            <a:stretch>
              <a:fillRect/>
            </a:stretch>
          </p:blipFill>
          <p:spPr>
            <a:xfrm>
              <a:off x="10160" y="2042160"/>
              <a:ext cx="12181840" cy="50800"/>
            </a:xfrm>
            <a:prstGeom prst="rect">
              <a:avLst/>
            </a:prstGeom>
          </p:spPr>
        </p:pic>
        <p:pic>
          <p:nvPicPr>
            <p:cNvPr id="13" name="object 13" descr=""/>
            <p:cNvPicPr/>
            <p:nvPr/>
          </p:nvPicPr>
          <p:blipFill>
            <a:blip r:embed="rId8" cstate="print"/>
            <a:stretch>
              <a:fillRect/>
            </a:stretch>
          </p:blipFill>
          <p:spPr>
            <a:xfrm>
              <a:off x="10160" y="2042160"/>
              <a:ext cx="12181840" cy="121920"/>
            </a:xfrm>
            <a:prstGeom prst="rect">
              <a:avLst/>
            </a:prstGeom>
          </p:spPr>
        </p:pic>
        <p:pic>
          <p:nvPicPr>
            <p:cNvPr id="14" name="object 14" descr=""/>
            <p:cNvPicPr/>
            <p:nvPr/>
          </p:nvPicPr>
          <p:blipFill>
            <a:blip r:embed="rId9" cstate="print"/>
            <a:stretch>
              <a:fillRect/>
            </a:stretch>
          </p:blipFill>
          <p:spPr>
            <a:xfrm>
              <a:off x="10160" y="2103120"/>
              <a:ext cx="12181840" cy="111759"/>
            </a:xfrm>
            <a:prstGeom prst="rect">
              <a:avLst/>
            </a:prstGeom>
          </p:spPr>
        </p:pic>
        <p:pic>
          <p:nvPicPr>
            <p:cNvPr id="15" name="object 15" descr=""/>
            <p:cNvPicPr/>
            <p:nvPr/>
          </p:nvPicPr>
          <p:blipFill>
            <a:blip r:embed="rId10" cstate="print"/>
            <a:stretch>
              <a:fillRect/>
            </a:stretch>
          </p:blipFill>
          <p:spPr>
            <a:xfrm>
              <a:off x="10160" y="2184400"/>
              <a:ext cx="12181840" cy="30479"/>
            </a:xfrm>
            <a:prstGeom prst="rect">
              <a:avLst/>
            </a:prstGeom>
          </p:spPr>
        </p:pic>
      </p:grpSp>
      <p:grpSp>
        <p:nvGrpSpPr>
          <p:cNvPr id="16" name="object 16" descr=""/>
          <p:cNvGrpSpPr/>
          <p:nvPr/>
        </p:nvGrpSpPr>
        <p:grpSpPr>
          <a:xfrm>
            <a:off x="10160" y="2265679"/>
            <a:ext cx="12181840" cy="50800"/>
            <a:chOff x="10160" y="2265679"/>
            <a:chExt cx="12181840" cy="50800"/>
          </a:xfrm>
        </p:grpSpPr>
        <p:pic>
          <p:nvPicPr>
            <p:cNvPr id="17" name="object 17" descr=""/>
            <p:cNvPicPr/>
            <p:nvPr/>
          </p:nvPicPr>
          <p:blipFill>
            <a:blip r:embed="rId11" cstate="print"/>
            <a:stretch>
              <a:fillRect/>
            </a:stretch>
          </p:blipFill>
          <p:spPr>
            <a:xfrm>
              <a:off x="10160" y="2265679"/>
              <a:ext cx="12181840" cy="50800"/>
            </a:xfrm>
            <a:prstGeom prst="rect">
              <a:avLst/>
            </a:prstGeom>
          </p:spPr>
        </p:pic>
        <p:pic>
          <p:nvPicPr>
            <p:cNvPr id="18" name="object 18" descr=""/>
            <p:cNvPicPr/>
            <p:nvPr/>
          </p:nvPicPr>
          <p:blipFill>
            <a:blip r:embed="rId12" cstate="print"/>
            <a:stretch>
              <a:fillRect/>
            </a:stretch>
          </p:blipFill>
          <p:spPr>
            <a:xfrm>
              <a:off x="10160" y="2265679"/>
              <a:ext cx="12181840" cy="50800"/>
            </a:xfrm>
            <a:prstGeom prst="rect">
              <a:avLst/>
            </a:prstGeom>
          </p:spPr>
        </p:pic>
      </p:grpSp>
      <p:sp>
        <p:nvSpPr>
          <p:cNvPr id="19" name="object 19" descr=""/>
          <p:cNvSpPr/>
          <p:nvPr/>
        </p:nvSpPr>
        <p:spPr>
          <a:xfrm>
            <a:off x="6624319" y="2692400"/>
            <a:ext cx="1625600" cy="670560"/>
          </a:xfrm>
          <a:custGeom>
            <a:avLst/>
            <a:gdLst/>
            <a:ahLst/>
            <a:cxnLst/>
            <a:rect l="l" t="t" r="r" b="b"/>
            <a:pathLst>
              <a:path w="1625600" h="670560">
                <a:moveTo>
                  <a:pt x="1625600" y="670560"/>
                </a:moveTo>
                <a:lnTo>
                  <a:pt x="0" y="670560"/>
                </a:lnTo>
                <a:lnTo>
                  <a:pt x="0" y="0"/>
                </a:lnTo>
                <a:lnTo>
                  <a:pt x="1625600" y="0"/>
                </a:lnTo>
                <a:lnTo>
                  <a:pt x="1625600" y="670560"/>
                </a:lnTo>
                <a:close/>
              </a:path>
            </a:pathLst>
          </a:custGeom>
          <a:solidFill>
            <a:srgbClr val="A35B49"/>
          </a:solidFill>
        </p:spPr>
        <p:txBody>
          <a:bodyPr wrap="square" lIns="0" tIns="0" rIns="0" bIns="0" rtlCol="0"/>
          <a:lstStyle/>
          <a:p/>
        </p:txBody>
      </p:sp>
      <p:sp>
        <p:nvSpPr>
          <p:cNvPr id="20" name="object 20" descr=""/>
          <p:cNvSpPr/>
          <p:nvPr/>
        </p:nvSpPr>
        <p:spPr>
          <a:xfrm>
            <a:off x="9621519" y="2702560"/>
            <a:ext cx="2113280" cy="660400"/>
          </a:xfrm>
          <a:custGeom>
            <a:avLst/>
            <a:gdLst/>
            <a:ahLst/>
            <a:cxnLst/>
            <a:rect l="l" t="t" r="r" b="b"/>
            <a:pathLst>
              <a:path w="2113279" h="660400">
                <a:moveTo>
                  <a:pt x="2113280" y="660400"/>
                </a:moveTo>
                <a:lnTo>
                  <a:pt x="0" y="660400"/>
                </a:lnTo>
                <a:lnTo>
                  <a:pt x="0" y="0"/>
                </a:lnTo>
                <a:lnTo>
                  <a:pt x="2113280" y="0"/>
                </a:lnTo>
                <a:lnTo>
                  <a:pt x="2113280" y="660400"/>
                </a:lnTo>
                <a:close/>
              </a:path>
            </a:pathLst>
          </a:custGeom>
          <a:solidFill>
            <a:srgbClr val="773633"/>
          </a:solidFill>
        </p:spPr>
        <p:txBody>
          <a:bodyPr wrap="square" lIns="0" tIns="0" rIns="0" bIns="0" rtlCol="0"/>
          <a:lstStyle/>
          <a:p/>
        </p:txBody>
      </p:sp>
      <p:sp>
        <p:nvSpPr>
          <p:cNvPr id="21" name="object 21" descr=""/>
          <p:cNvSpPr txBox="1"/>
          <p:nvPr/>
        </p:nvSpPr>
        <p:spPr>
          <a:xfrm>
            <a:off x="6595224" y="2324100"/>
            <a:ext cx="5145405" cy="1244600"/>
          </a:xfrm>
          <a:prstGeom prst="rect">
            <a:avLst/>
          </a:prstGeom>
        </p:spPr>
        <p:txBody>
          <a:bodyPr wrap="square" lIns="0" tIns="12700" rIns="0" bIns="0" rtlCol="0" vert="horz">
            <a:spAutoFit/>
          </a:bodyPr>
          <a:lstStyle/>
          <a:p>
            <a:pPr marL="12700">
              <a:lnSpc>
                <a:spcPts val="3675"/>
              </a:lnSpc>
              <a:spcBef>
                <a:spcPts val="100"/>
              </a:spcBef>
              <a:tabLst>
                <a:tab pos="1285875" algn="l"/>
                <a:tab pos="3023870" algn="l"/>
              </a:tabLst>
            </a:pPr>
            <a:r>
              <a:rPr dirty="0" sz="5100" spc="765">
                <a:solidFill>
                  <a:srgbClr val="FFFFFF"/>
                </a:solidFill>
                <a:latin typeface="Arial"/>
                <a:cs typeface="Arial"/>
              </a:rPr>
              <a:t>80</a:t>
            </a:r>
            <a:r>
              <a:rPr dirty="0" sz="5100">
                <a:solidFill>
                  <a:srgbClr val="FFFFFF"/>
                </a:solidFill>
                <a:latin typeface="Arial"/>
                <a:cs typeface="Arial"/>
              </a:rPr>
              <a:t>	</a:t>
            </a:r>
            <a:r>
              <a:rPr dirty="0" sz="5100" spc="730">
                <a:solidFill>
                  <a:srgbClr val="FFFFFF"/>
                </a:solidFill>
                <a:latin typeface="Arial"/>
                <a:cs typeface="Arial"/>
              </a:rPr>
              <a:t>o</a:t>
            </a:r>
            <a:r>
              <a:rPr dirty="0" sz="5100">
                <a:solidFill>
                  <a:srgbClr val="FFFFFF"/>
                </a:solidFill>
                <a:latin typeface="Arial"/>
                <a:cs typeface="Arial"/>
              </a:rPr>
              <a:t>	</a:t>
            </a:r>
            <a:r>
              <a:rPr dirty="0" sz="8000" spc="-595">
                <a:solidFill>
                  <a:srgbClr val="FFFFFF"/>
                </a:solidFill>
                <a:latin typeface="Arial"/>
                <a:cs typeface="Arial"/>
              </a:rPr>
              <a:t>420B</a:t>
            </a:r>
            <a:endParaRPr sz="8000">
              <a:latin typeface="Arial"/>
              <a:cs typeface="Arial"/>
            </a:endParaRPr>
          </a:p>
          <a:p>
            <a:pPr marL="946785">
              <a:lnSpc>
                <a:spcPts val="1575"/>
              </a:lnSpc>
            </a:pPr>
            <a:r>
              <a:rPr dirty="0" sz="2650" spc="525">
                <a:solidFill>
                  <a:srgbClr val="FFFFFF"/>
                </a:solidFill>
                <a:latin typeface="Arial"/>
                <a:cs typeface="Arial"/>
              </a:rPr>
              <a:t>O</a:t>
            </a:r>
            <a:endParaRPr sz="2650">
              <a:latin typeface="Arial"/>
              <a:cs typeface="Arial"/>
            </a:endParaRPr>
          </a:p>
        </p:txBody>
      </p:sp>
      <p:grpSp>
        <p:nvGrpSpPr>
          <p:cNvPr id="22" name="object 22" descr=""/>
          <p:cNvGrpSpPr/>
          <p:nvPr/>
        </p:nvGrpSpPr>
        <p:grpSpPr>
          <a:xfrm>
            <a:off x="10160" y="3616959"/>
            <a:ext cx="12181840" cy="335280"/>
            <a:chOff x="10160" y="3616959"/>
            <a:chExt cx="12181840" cy="335280"/>
          </a:xfrm>
        </p:grpSpPr>
        <p:pic>
          <p:nvPicPr>
            <p:cNvPr id="23" name="object 23" descr=""/>
            <p:cNvPicPr/>
            <p:nvPr/>
          </p:nvPicPr>
          <p:blipFill>
            <a:blip r:embed="rId13" cstate="print"/>
            <a:stretch>
              <a:fillRect/>
            </a:stretch>
          </p:blipFill>
          <p:spPr>
            <a:xfrm>
              <a:off x="10160" y="3616959"/>
              <a:ext cx="12181840" cy="60960"/>
            </a:xfrm>
            <a:prstGeom prst="rect">
              <a:avLst/>
            </a:prstGeom>
          </p:spPr>
        </p:pic>
        <p:pic>
          <p:nvPicPr>
            <p:cNvPr id="24" name="object 24" descr=""/>
            <p:cNvPicPr/>
            <p:nvPr/>
          </p:nvPicPr>
          <p:blipFill>
            <a:blip r:embed="rId14" cstate="print"/>
            <a:stretch>
              <a:fillRect/>
            </a:stretch>
          </p:blipFill>
          <p:spPr>
            <a:xfrm>
              <a:off x="10160" y="3616959"/>
              <a:ext cx="12181840" cy="60960"/>
            </a:xfrm>
            <a:prstGeom prst="rect">
              <a:avLst/>
            </a:prstGeom>
          </p:spPr>
        </p:pic>
        <p:pic>
          <p:nvPicPr>
            <p:cNvPr id="25" name="object 25" descr=""/>
            <p:cNvPicPr/>
            <p:nvPr/>
          </p:nvPicPr>
          <p:blipFill>
            <a:blip r:embed="rId15" cstate="print"/>
            <a:stretch>
              <a:fillRect/>
            </a:stretch>
          </p:blipFill>
          <p:spPr>
            <a:xfrm>
              <a:off x="10160" y="3698239"/>
              <a:ext cx="12181840" cy="81280"/>
            </a:xfrm>
            <a:prstGeom prst="rect">
              <a:avLst/>
            </a:prstGeom>
          </p:spPr>
        </p:pic>
        <p:pic>
          <p:nvPicPr>
            <p:cNvPr id="26" name="object 26" descr=""/>
            <p:cNvPicPr/>
            <p:nvPr/>
          </p:nvPicPr>
          <p:blipFill>
            <a:blip r:embed="rId16" cstate="print"/>
            <a:stretch>
              <a:fillRect/>
            </a:stretch>
          </p:blipFill>
          <p:spPr>
            <a:xfrm>
              <a:off x="10160" y="3698239"/>
              <a:ext cx="12181840" cy="81280"/>
            </a:xfrm>
            <a:prstGeom prst="rect">
              <a:avLst/>
            </a:prstGeom>
          </p:spPr>
        </p:pic>
        <p:pic>
          <p:nvPicPr>
            <p:cNvPr id="27" name="object 27" descr=""/>
            <p:cNvPicPr/>
            <p:nvPr/>
          </p:nvPicPr>
          <p:blipFill>
            <a:blip r:embed="rId17" cstate="print"/>
            <a:stretch>
              <a:fillRect/>
            </a:stretch>
          </p:blipFill>
          <p:spPr>
            <a:xfrm>
              <a:off x="10160" y="3809999"/>
              <a:ext cx="12181840" cy="142239"/>
            </a:xfrm>
            <a:prstGeom prst="rect">
              <a:avLst/>
            </a:prstGeom>
          </p:spPr>
        </p:pic>
        <p:pic>
          <p:nvPicPr>
            <p:cNvPr id="28" name="object 28" descr=""/>
            <p:cNvPicPr/>
            <p:nvPr/>
          </p:nvPicPr>
          <p:blipFill>
            <a:blip r:embed="rId18" cstate="print"/>
            <a:stretch>
              <a:fillRect/>
            </a:stretch>
          </p:blipFill>
          <p:spPr>
            <a:xfrm>
              <a:off x="10160" y="3809999"/>
              <a:ext cx="12181840" cy="142239"/>
            </a:xfrm>
            <a:prstGeom prst="rect">
              <a:avLst/>
            </a:prstGeom>
          </p:spPr>
        </p:pic>
      </p:grpSp>
      <p:grpSp>
        <p:nvGrpSpPr>
          <p:cNvPr id="29" name="object 29" descr=""/>
          <p:cNvGrpSpPr/>
          <p:nvPr/>
        </p:nvGrpSpPr>
        <p:grpSpPr>
          <a:xfrm>
            <a:off x="10160" y="4023359"/>
            <a:ext cx="12171680" cy="457200"/>
            <a:chOff x="10160" y="4023359"/>
            <a:chExt cx="12171680" cy="457200"/>
          </a:xfrm>
        </p:grpSpPr>
        <p:pic>
          <p:nvPicPr>
            <p:cNvPr id="30" name="object 30" descr=""/>
            <p:cNvPicPr/>
            <p:nvPr/>
          </p:nvPicPr>
          <p:blipFill>
            <a:blip r:embed="rId19" cstate="print"/>
            <a:stretch>
              <a:fillRect/>
            </a:stretch>
          </p:blipFill>
          <p:spPr>
            <a:xfrm>
              <a:off x="447040" y="4196079"/>
              <a:ext cx="1818639" cy="193039"/>
            </a:xfrm>
            <a:prstGeom prst="rect">
              <a:avLst/>
            </a:prstGeom>
          </p:spPr>
        </p:pic>
        <p:sp>
          <p:nvSpPr>
            <p:cNvPr id="31" name="object 31" descr=""/>
            <p:cNvSpPr/>
            <p:nvPr/>
          </p:nvSpPr>
          <p:spPr>
            <a:xfrm>
              <a:off x="10160" y="4023359"/>
              <a:ext cx="12171680" cy="457200"/>
            </a:xfrm>
            <a:custGeom>
              <a:avLst/>
              <a:gdLst/>
              <a:ahLst/>
              <a:cxnLst/>
              <a:rect l="l" t="t" r="r" b="b"/>
              <a:pathLst>
                <a:path w="12171680" h="457200">
                  <a:moveTo>
                    <a:pt x="12171680" y="457200"/>
                  </a:moveTo>
                  <a:lnTo>
                    <a:pt x="0" y="457200"/>
                  </a:lnTo>
                  <a:lnTo>
                    <a:pt x="0" y="0"/>
                  </a:lnTo>
                  <a:lnTo>
                    <a:pt x="12171680" y="0"/>
                  </a:lnTo>
                  <a:lnTo>
                    <a:pt x="12171680" y="457200"/>
                  </a:lnTo>
                  <a:close/>
                </a:path>
              </a:pathLst>
            </a:custGeom>
            <a:solidFill>
              <a:srgbClr val="674B3D"/>
            </a:solidFill>
          </p:spPr>
          <p:txBody>
            <a:bodyPr wrap="square" lIns="0" tIns="0" rIns="0" bIns="0" rtlCol="0"/>
            <a:lstStyle/>
            <a:p/>
          </p:txBody>
        </p:sp>
      </p:grpSp>
      <p:sp>
        <p:nvSpPr>
          <p:cNvPr id="32" name="object 32" descr=""/>
          <p:cNvSpPr txBox="1"/>
          <p:nvPr/>
        </p:nvSpPr>
        <p:spPr>
          <a:xfrm>
            <a:off x="3280867" y="4127500"/>
            <a:ext cx="2496820" cy="299720"/>
          </a:xfrm>
          <a:prstGeom prst="rect">
            <a:avLst/>
          </a:prstGeom>
        </p:spPr>
        <p:txBody>
          <a:bodyPr wrap="square" lIns="0" tIns="12700" rIns="0" bIns="0" rtlCol="0" vert="horz">
            <a:spAutoFit/>
          </a:bodyPr>
          <a:lstStyle/>
          <a:p>
            <a:pPr>
              <a:lnSpc>
                <a:spcPct val="100000"/>
              </a:lnSpc>
              <a:spcBef>
                <a:spcPts val="100"/>
              </a:spcBef>
            </a:pPr>
            <a:r>
              <a:rPr dirty="0" sz="1800" spc="55">
                <a:solidFill>
                  <a:srgbClr val="FFFFFF"/>
                </a:solidFill>
                <a:latin typeface="Arial"/>
                <a:cs typeface="Arial"/>
              </a:rPr>
              <a:t>OŁ</a:t>
            </a:r>
            <a:r>
              <a:rPr dirty="0" sz="1800" spc="-125">
                <a:solidFill>
                  <a:srgbClr val="FFFFFF"/>
                </a:solidFill>
                <a:latin typeface="Arial"/>
                <a:cs typeface="Arial"/>
              </a:rPr>
              <a:t> </a:t>
            </a:r>
            <a:r>
              <a:rPr dirty="0" sz="1800" spc="-165">
                <a:solidFill>
                  <a:srgbClr val="644238"/>
                </a:solidFill>
                <a:latin typeface="Arial"/>
                <a:cs typeface="Arial"/>
              </a:rPr>
              <a:t>Deo</a:t>
            </a:r>
            <a:r>
              <a:rPr dirty="0" sz="1800" spc="-300">
                <a:solidFill>
                  <a:srgbClr val="644238"/>
                </a:solidFill>
                <a:latin typeface="Arial"/>
                <a:cs typeface="Arial"/>
              </a:rPr>
              <a:t> </a:t>
            </a:r>
            <a:r>
              <a:rPr dirty="0" sz="1800" spc="-95">
                <a:solidFill>
                  <a:srgbClr val="97694F"/>
                </a:solidFill>
                <a:latin typeface="Arial"/>
                <a:cs typeface="Arial"/>
              </a:rPr>
              <a:t>Dle</a:t>
            </a:r>
            <a:r>
              <a:rPr dirty="0" sz="1800" spc="85">
                <a:solidFill>
                  <a:srgbClr val="97694F"/>
                </a:solidFill>
                <a:latin typeface="Arial"/>
                <a:cs typeface="Arial"/>
              </a:rPr>
              <a:t> </a:t>
            </a:r>
            <a:r>
              <a:rPr dirty="0" sz="1800">
                <a:solidFill>
                  <a:srgbClr val="9A643F"/>
                </a:solidFill>
                <a:latin typeface="Arial"/>
                <a:cs typeface="Arial"/>
              </a:rPr>
              <a:t>in</a:t>
            </a:r>
            <a:r>
              <a:rPr dirty="0" sz="1800" spc="25">
                <a:solidFill>
                  <a:srgbClr val="9A643F"/>
                </a:solidFill>
                <a:latin typeface="Arial"/>
                <a:cs typeface="Arial"/>
              </a:rPr>
              <a:t> </a:t>
            </a:r>
            <a:r>
              <a:rPr dirty="0" sz="1800">
                <a:solidFill>
                  <a:srgbClr val="CDAAA1"/>
                </a:solidFill>
                <a:latin typeface="Arial"/>
                <a:cs typeface="Arial"/>
              </a:rPr>
              <a:t>France</a:t>
            </a:r>
            <a:r>
              <a:rPr dirty="0" sz="1800" spc="75">
                <a:solidFill>
                  <a:srgbClr val="CDAAA1"/>
                </a:solidFill>
                <a:latin typeface="Arial"/>
                <a:cs typeface="Arial"/>
              </a:rPr>
              <a:t> </a:t>
            </a:r>
            <a:r>
              <a:rPr dirty="0" sz="1800" spc="-25">
                <a:solidFill>
                  <a:srgbClr val="B18772"/>
                </a:solidFill>
                <a:latin typeface="Arial"/>
                <a:cs typeface="Arial"/>
              </a:rPr>
              <a:t>are</a:t>
            </a:r>
            <a:endParaRPr sz="1800">
              <a:latin typeface="Arial"/>
              <a:cs typeface="Arial"/>
            </a:endParaRPr>
          </a:p>
        </p:txBody>
      </p:sp>
      <p:sp>
        <p:nvSpPr>
          <p:cNvPr id="33" name="object 33" descr=""/>
          <p:cNvSpPr txBox="1"/>
          <p:nvPr/>
        </p:nvSpPr>
        <p:spPr>
          <a:xfrm>
            <a:off x="6328867" y="4127500"/>
            <a:ext cx="2388235" cy="299720"/>
          </a:xfrm>
          <a:prstGeom prst="rect">
            <a:avLst/>
          </a:prstGeom>
        </p:spPr>
        <p:txBody>
          <a:bodyPr wrap="square" lIns="0" tIns="12700" rIns="0" bIns="0" rtlCol="0" vert="horz">
            <a:spAutoFit/>
          </a:bodyPr>
          <a:lstStyle/>
          <a:p>
            <a:pPr>
              <a:lnSpc>
                <a:spcPct val="100000"/>
              </a:lnSpc>
              <a:spcBef>
                <a:spcPts val="100"/>
              </a:spcBef>
            </a:pPr>
            <a:r>
              <a:rPr dirty="0" sz="1800" spc="-30">
                <a:solidFill>
                  <a:srgbClr val="7E4B3D"/>
                </a:solidFill>
                <a:latin typeface="Arial"/>
                <a:cs typeface="Arial"/>
              </a:rPr>
              <a:t>OÊ</a:t>
            </a:r>
            <a:r>
              <a:rPr dirty="0" sz="1800" spc="-65">
                <a:solidFill>
                  <a:srgbClr val="7E4B3D"/>
                </a:solidFill>
                <a:latin typeface="Arial"/>
                <a:cs typeface="Arial"/>
              </a:rPr>
              <a:t> </a:t>
            </a:r>
            <a:r>
              <a:rPr dirty="0" sz="1800">
                <a:solidFill>
                  <a:srgbClr val="7C463F"/>
                </a:solidFill>
                <a:latin typeface="Arial"/>
                <a:cs typeface="Arial"/>
              </a:rPr>
              <a:t>German</a:t>
            </a:r>
            <a:r>
              <a:rPr dirty="0" sz="1800" spc="165">
                <a:solidFill>
                  <a:srgbClr val="7C463F"/>
                </a:solidFill>
                <a:latin typeface="Arial"/>
                <a:cs typeface="Arial"/>
              </a:rPr>
              <a:t> </a:t>
            </a:r>
            <a:r>
              <a:rPr dirty="0" sz="1800" spc="-10">
                <a:solidFill>
                  <a:srgbClr val="7E4D3F"/>
                </a:solidFill>
                <a:latin typeface="Arial"/>
                <a:cs typeface="Arial"/>
              </a:rPr>
              <a:t>companies</a:t>
            </a:r>
            <a:endParaRPr sz="1800">
              <a:latin typeface="Arial"/>
              <a:cs typeface="Arial"/>
            </a:endParaRPr>
          </a:p>
        </p:txBody>
      </p:sp>
      <p:sp>
        <p:nvSpPr>
          <p:cNvPr id="34" name="object 34" descr=""/>
          <p:cNvSpPr txBox="1"/>
          <p:nvPr/>
        </p:nvSpPr>
        <p:spPr>
          <a:xfrm>
            <a:off x="9539215" y="4127500"/>
            <a:ext cx="2179320" cy="299720"/>
          </a:xfrm>
          <a:prstGeom prst="rect">
            <a:avLst/>
          </a:prstGeom>
        </p:spPr>
        <p:txBody>
          <a:bodyPr wrap="square" lIns="0" tIns="12700" rIns="0" bIns="0" rtlCol="0" vert="horz">
            <a:spAutoFit/>
          </a:bodyPr>
          <a:lstStyle/>
          <a:p>
            <a:pPr marL="25400">
              <a:lnSpc>
                <a:spcPct val="100000"/>
              </a:lnSpc>
              <a:spcBef>
                <a:spcPts val="100"/>
              </a:spcBef>
            </a:pPr>
            <a:r>
              <a:rPr dirty="0" sz="1800">
                <a:solidFill>
                  <a:srgbClr val="644438"/>
                </a:solidFill>
                <a:latin typeface="Arial"/>
                <a:cs typeface="Arial"/>
              </a:rPr>
              <a:t>^8!</a:t>
            </a:r>
            <a:r>
              <a:rPr dirty="0" sz="1800" spc="-100">
                <a:solidFill>
                  <a:srgbClr val="644438"/>
                </a:solidFill>
                <a:latin typeface="Arial"/>
                <a:cs typeface="Arial"/>
              </a:rPr>
              <a:t> </a:t>
            </a:r>
            <a:r>
              <a:rPr dirty="0" baseline="21367" sz="1950" spc="585">
                <a:solidFill>
                  <a:srgbClr val="79463F"/>
                </a:solidFill>
                <a:latin typeface="Arial"/>
                <a:cs typeface="Arial"/>
              </a:rPr>
              <a:t>0</a:t>
            </a:r>
            <a:r>
              <a:rPr dirty="0" sz="1800" spc="390">
                <a:solidFill>
                  <a:srgbClr val="79463F"/>
                </a:solidFill>
                <a:latin typeface="Arial"/>
                <a:cs typeface="Arial"/>
              </a:rPr>
              <a:t>8</a:t>
            </a:r>
            <a:r>
              <a:rPr dirty="0" sz="1800" spc="-125">
                <a:solidFill>
                  <a:srgbClr val="79463F"/>
                </a:solidFill>
                <a:latin typeface="Arial"/>
                <a:cs typeface="Arial"/>
              </a:rPr>
              <a:t> </a:t>
            </a:r>
            <a:r>
              <a:rPr dirty="0" sz="1800" spc="-45">
                <a:solidFill>
                  <a:srgbClr val="744F46"/>
                </a:solidFill>
                <a:latin typeface="Arial"/>
                <a:cs typeface="Arial"/>
              </a:rPr>
              <a:t>^^</a:t>
            </a:r>
            <a:r>
              <a:rPr dirty="0" sz="1800" spc="-45">
                <a:solidFill>
                  <a:srgbClr val="FFF4ED"/>
                </a:solidFill>
                <a:latin typeface="Arial"/>
                <a:cs typeface="Arial"/>
              </a:rPr>
              <a:t>8</a:t>
            </a:r>
            <a:r>
              <a:rPr dirty="0" baseline="18518" sz="2250" spc="-67">
                <a:solidFill>
                  <a:srgbClr val="FFF4ED"/>
                </a:solidFill>
                <a:latin typeface="Arial"/>
                <a:cs typeface="Arial"/>
              </a:rPr>
              <a:t>S</a:t>
            </a:r>
            <a:r>
              <a:rPr dirty="0" sz="1800" spc="-45">
                <a:solidFill>
                  <a:srgbClr val="FFF4ED"/>
                </a:solidFill>
                <a:latin typeface="Arial"/>
                <a:cs typeface="Arial"/>
              </a:rPr>
              <a:t>C^t</a:t>
            </a:r>
            <a:r>
              <a:rPr dirty="0" sz="1800" spc="254">
                <a:solidFill>
                  <a:srgbClr val="FFF4ED"/>
                </a:solidFill>
                <a:latin typeface="Arial"/>
                <a:cs typeface="Arial"/>
              </a:rPr>
              <a:t> </a:t>
            </a:r>
            <a:r>
              <a:rPr dirty="0" sz="1800" spc="-20">
                <a:solidFill>
                  <a:srgbClr val="FFFFFF"/>
                </a:solidFill>
                <a:latin typeface="Arial"/>
                <a:cs typeface="Arial"/>
              </a:rPr>
              <a:t>tt</a:t>
            </a:r>
            <a:r>
              <a:rPr dirty="0" baseline="15432" sz="2700" spc="-30">
                <a:solidFill>
                  <a:srgbClr val="FFFFFF"/>
                </a:solidFill>
                <a:latin typeface="Arial"/>
                <a:cs typeface="Arial"/>
              </a:rPr>
              <a:t>O</a:t>
            </a:r>
            <a:r>
              <a:rPr dirty="0" sz="1800" spc="-20">
                <a:solidFill>
                  <a:srgbClr val="FFFFFF"/>
                </a:solidFill>
                <a:latin typeface="Arial"/>
                <a:cs typeface="Arial"/>
              </a:rPr>
              <a:t>8^</a:t>
            </a:r>
            <a:endParaRPr sz="1800">
              <a:latin typeface="Arial"/>
              <a:cs typeface="Arial"/>
            </a:endParaRPr>
          </a:p>
        </p:txBody>
      </p:sp>
      <p:grpSp>
        <p:nvGrpSpPr>
          <p:cNvPr id="35" name="object 35" descr=""/>
          <p:cNvGrpSpPr/>
          <p:nvPr/>
        </p:nvGrpSpPr>
        <p:grpSpPr>
          <a:xfrm>
            <a:off x="10160" y="4511040"/>
            <a:ext cx="12171680" cy="680720"/>
            <a:chOff x="10160" y="4511040"/>
            <a:chExt cx="12171680" cy="680720"/>
          </a:xfrm>
        </p:grpSpPr>
        <p:pic>
          <p:nvPicPr>
            <p:cNvPr id="36" name="object 36" descr=""/>
            <p:cNvPicPr/>
            <p:nvPr/>
          </p:nvPicPr>
          <p:blipFill>
            <a:blip r:embed="rId20" cstate="print"/>
            <a:stretch>
              <a:fillRect/>
            </a:stretch>
          </p:blipFill>
          <p:spPr>
            <a:xfrm>
              <a:off x="548640" y="4551680"/>
              <a:ext cx="1615440" cy="274319"/>
            </a:xfrm>
            <a:prstGeom prst="rect">
              <a:avLst/>
            </a:prstGeom>
          </p:spPr>
        </p:pic>
        <p:sp>
          <p:nvSpPr>
            <p:cNvPr id="37" name="object 37" descr=""/>
            <p:cNvSpPr/>
            <p:nvPr/>
          </p:nvSpPr>
          <p:spPr>
            <a:xfrm>
              <a:off x="10160" y="4511040"/>
              <a:ext cx="12171680" cy="680720"/>
            </a:xfrm>
            <a:custGeom>
              <a:avLst/>
              <a:gdLst/>
              <a:ahLst/>
              <a:cxnLst/>
              <a:rect l="l" t="t" r="r" b="b"/>
              <a:pathLst>
                <a:path w="12171680" h="680720">
                  <a:moveTo>
                    <a:pt x="12171680" y="680720"/>
                  </a:moveTo>
                  <a:lnTo>
                    <a:pt x="0" y="680720"/>
                  </a:lnTo>
                  <a:lnTo>
                    <a:pt x="0" y="0"/>
                  </a:lnTo>
                  <a:lnTo>
                    <a:pt x="12171680" y="0"/>
                  </a:lnTo>
                  <a:lnTo>
                    <a:pt x="12171680" y="680720"/>
                  </a:lnTo>
                  <a:close/>
                </a:path>
              </a:pathLst>
            </a:custGeom>
            <a:solidFill>
              <a:srgbClr val="563D38"/>
            </a:solidFill>
          </p:spPr>
          <p:txBody>
            <a:bodyPr wrap="square" lIns="0" tIns="0" rIns="0" bIns="0" rtlCol="0"/>
            <a:lstStyle/>
            <a:p/>
          </p:txBody>
        </p:sp>
      </p:grpSp>
      <p:sp>
        <p:nvSpPr>
          <p:cNvPr id="38" name="object 38" descr=""/>
          <p:cNvSpPr txBox="1"/>
          <p:nvPr/>
        </p:nvSpPr>
        <p:spPr>
          <a:xfrm>
            <a:off x="276097" y="4867909"/>
            <a:ext cx="2162810" cy="276860"/>
          </a:xfrm>
          <a:prstGeom prst="rect">
            <a:avLst/>
          </a:prstGeom>
        </p:spPr>
        <p:txBody>
          <a:bodyPr wrap="square" lIns="0" tIns="12700" rIns="0" bIns="0" rtlCol="0" vert="horz">
            <a:spAutoFit/>
          </a:bodyPr>
          <a:lstStyle/>
          <a:p>
            <a:pPr>
              <a:lnSpc>
                <a:spcPct val="100000"/>
              </a:lnSpc>
              <a:spcBef>
                <a:spcPts val="100"/>
              </a:spcBef>
            </a:pPr>
            <a:r>
              <a:rPr dirty="0" sz="1650" spc="65">
                <a:solidFill>
                  <a:srgbClr val="FFFFFF"/>
                </a:solidFill>
                <a:latin typeface="Arial"/>
                <a:cs typeface="Arial"/>
              </a:rPr>
              <a:t>con</a:t>
            </a:r>
            <a:r>
              <a:rPr dirty="0" sz="1650" spc="-275">
                <a:solidFill>
                  <a:srgbClr val="FFFFFF"/>
                </a:solidFill>
                <a:latin typeface="Arial"/>
                <a:cs typeface="Arial"/>
              </a:rPr>
              <a:t> </a:t>
            </a:r>
            <a:r>
              <a:rPr dirty="0" sz="1650" spc="-250">
                <a:solidFill>
                  <a:srgbClr val="FFFFFF"/>
                </a:solidFill>
                <a:latin typeface="Arial"/>
                <a:cs typeface="Arial"/>
              </a:rPr>
              <a:t>su</a:t>
            </a:r>
            <a:r>
              <a:rPr dirty="0" sz="1650" spc="85">
                <a:solidFill>
                  <a:srgbClr val="FFFFFF"/>
                </a:solidFill>
                <a:latin typeface="Arial"/>
                <a:cs typeface="Arial"/>
              </a:rPr>
              <a:t> </a:t>
            </a:r>
            <a:r>
              <a:rPr dirty="0" sz="1650" spc="120">
                <a:solidFill>
                  <a:srgbClr val="FFFFFF"/>
                </a:solidFill>
                <a:latin typeface="Arial"/>
                <a:cs typeface="Arial"/>
              </a:rPr>
              <a:t>mptio</a:t>
            </a:r>
            <a:r>
              <a:rPr dirty="0" sz="1650" spc="-250">
                <a:solidFill>
                  <a:srgbClr val="FFFFFF"/>
                </a:solidFill>
                <a:latin typeface="Arial"/>
                <a:cs typeface="Arial"/>
              </a:rPr>
              <a:t> </a:t>
            </a:r>
            <a:r>
              <a:rPr dirty="0" sz="1650">
                <a:solidFill>
                  <a:srgbClr val="593A36"/>
                </a:solidFill>
                <a:latin typeface="Arial"/>
                <a:cs typeface="Arial"/>
              </a:rPr>
              <a:t>n</a:t>
            </a:r>
            <a:r>
              <a:rPr dirty="0" sz="1650" spc="150">
                <a:solidFill>
                  <a:srgbClr val="593A36"/>
                </a:solidFill>
                <a:latin typeface="Arial"/>
                <a:cs typeface="Arial"/>
              </a:rPr>
              <a:t> </a:t>
            </a:r>
            <a:r>
              <a:rPr dirty="0" sz="1650" spc="50">
                <a:solidFill>
                  <a:srgbClr val="FFFFFF"/>
                </a:solidFill>
                <a:latin typeface="Arial"/>
                <a:cs typeface="Arial"/>
              </a:rPr>
              <a:t>models</a:t>
            </a:r>
            <a:endParaRPr sz="1650">
              <a:latin typeface="Arial"/>
              <a:cs typeface="Arial"/>
            </a:endParaRPr>
          </a:p>
        </p:txBody>
      </p:sp>
      <p:sp>
        <p:nvSpPr>
          <p:cNvPr id="39" name="object 39" descr=""/>
          <p:cNvSpPr txBox="1"/>
          <p:nvPr/>
        </p:nvSpPr>
        <p:spPr>
          <a:xfrm>
            <a:off x="3440684" y="4420870"/>
            <a:ext cx="2169795" cy="736600"/>
          </a:xfrm>
          <a:prstGeom prst="rect">
            <a:avLst/>
          </a:prstGeom>
        </p:spPr>
        <p:txBody>
          <a:bodyPr wrap="square" lIns="0" tIns="12700" rIns="0" bIns="0" rtlCol="0" vert="horz">
            <a:spAutoFit/>
          </a:bodyPr>
          <a:lstStyle/>
          <a:p>
            <a:pPr marR="5080" indent="130810">
              <a:lnSpc>
                <a:spcPct val="133300"/>
              </a:lnSpc>
              <a:spcBef>
                <a:spcPts val="100"/>
              </a:spcBef>
            </a:pPr>
            <a:r>
              <a:rPr dirty="0" sz="1750">
                <a:solidFill>
                  <a:srgbClr val="FFFFFF"/>
                </a:solidFill>
                <a:latin typeface="Arial"/>
                <a:cs typeface="Arial"/>
              </a:rPr>
              <a:t>moving</a:t>
            </a:r>
            <a:r>
              <a:rPr dirty="0" sz="1750" spc="5">
                <a:solidFill>
                  <a:srgbClr val="FFFFFF"/>
                </a:solidFill>
                <a:latin typeface="Arial"/>
                <a:cs typeface="Arial"/>
              </a:rPr>
              <a:t> </a:t>
            </a:r>
            <a:r>
              <a:rPr dirty="0" sz="1750">
                <a:solidFill>
                  <a:srgbClr val="B38E82"/>
                </a:solidFill>
                <a:latin typeface="Arial"/>
                <a:cs typeface="Arial"/>
              </a:rPr>
              <a:t>away</a:t>
            </a:r>
            <a:r>
              <a:rPr dirty="0" sz="1750" spc="225">
                <a:solidFill>
                  <a:srgbClr val="B38E82"/>
                </a:solidFill>
                <a:latin typeface="Arial"/>
                <a:cs typeface="Arial"/>
              </a:rPr>
              <a:t> </a:t>
            </a:r>
            <a:r>
              <a:rPr dirty="0" sz="1750" spc="75">
                <a:solidFill>
                  <a:srgbClr val="EDCDC1"/>
                </a:solidFill>
                <a:latin typeface="Arial"/>
                <a:cs typeface="Arial"/>
              </a:rPr>
              <a:t>from </a:t>
            </a:r>
            <a:r>
              <a:rPr dirty="0" sz="1750">
                <a:solidFill>
                  <a:srgbClr val="87574F"/>
                </a:solidFill>
                <a:latin typeface="Arial"/>
                <a:cs typeface="Arial"/>
              </a:rPr>
              <a:t>trad</a:t>
            </a:r>
            <a:r>
              <a:rPr dirty="0" sz="1750">
                <a:solidFill>
                  <a:srgbClr val="DDB8AF"/>
                </a:solidFill>
                <a:latin typeface="Arial"/>
                <a:cs typeface="Arial"/>
              </a:rPr>
              <a:t>i</a:t>
            </a:r>
            <a:r>
              <a:rPr dirty="0" sz="1750">
                <a:solidFill>
                  <a:srgbClr val="F2D4C8"/>
                </a:solidFill>
                <a:latin typeface="Arial"/>
                <a:cs typeface="Arial"/>
              </a:rPr>
              <a:t>tion</a:t>
            </a:r>
            <a:r>
              <a:rPr dirty="0" sz="1750">
                <a:solidFill>
                  <a:srgbClr val="775048"/>
                </a:solidFill>
                <a:latin typeface="Arial"/>
                <a:cs typeface="Arial"/>
              </a:rPr>
              <a:t>a</a:t>
            </a:r>
            <a:r>
              <a:rPr dirty="0" sz="1750" spc="-180">
                <a:solidFill>
                  <a:srgbClr val="775048"/>
                </a:solidFill>
                <a:latin typeface="Arial"/>
                <a:cs typeface="Arial"/>
              </a:rPr>
              <a:t> </a:t>
            </a:r>
            <a:r>
              <a:rPr dirty="0" sz="1750" spc="-260">
                <a:solidFill>
                  <a:srgbClr val="A5877C"/>
                </a:solidFill>
                <a:latin typeface="Arial"/>
                <a:cs typeface="Arial"/>
              </a:rPr>
              <a:t>I</a:t>
            </a:r>
            <a:r>
              <a:rPr dirty="0" sz="1750" spc="15">
                <a:solidFill>
                  <a:srgbClr val="A5877C"/>
                </a:solidFill>
                <a:latin typeface="Arial"/>
                <a:cs typeface="Arial"/>
              </a:rPr>
              <a:t>  </a:t>
            </a:r>
            <a:r>
              <a:rPr dirty="0" sz="1750" spc="-10">
                <a:solidFill>
                  <a:srgbClr val="C49787"/>
                </a:solidFill>
                <a:latin typeface="Arial"/>
                <a:cs typeface="Arial"/>
              </a:rPr>
              <a:t>ownership</a:t>
            </a:r>
            <a:endParaRPr sz="1750">
              <a:latin typeface="Arial"/>
              <a:cs typeface="Arial"/>
            </a:endParaRPr>
          </a:p>
        </p:txBody>
      </p:sp>
      <p:sp>
        <p:nvSpPr>
          <p:cNvPr id="40" name="object 40" descr=""/>
          <p:cNvSpPr txBox="1"/>
          <p:nvPr/>
        </p:nvSpPr>
        <p:spPr>
          <a:xfrm>
            <a:off x="6261392" y="4358276"/>
            <a:ext cx="2540635" cy="789305"/>
          </a:xfrm>
          <a:prstGeom prst="rect">
            <a:avLst/>
          </a:prstGeom>
        </p:spPr>
        <p:txBody>
          <a:bodyPr wrap="square" lIns="0" tIns="129539" rIns="0" bIns="0" rtlCol="0" vert="horz">
            <a:spAutoFit/>
          </a:bodyPr>
          <a:lstStyle/>
          <a:p>
            <a:pPr algn="ctr" marR="5080">
              <a:lnSpc>
                <a:spcPct val="100000"/>
              </a:lnSpc>
              <a:spcBef>
                <a:spcPts val="1019"/>
              </a:spcBef>
            </a:pPr>
            <a:r>
              <a:rPr dirty="0" sz="1700" spc="-30">
                <a:solidFill>
                  <a:srgbClr val="FFFFFF"/>
                </a:solidFill>
                <a:latin typeface="Arial"/>
                <a:cs typeface="Arial"/>
              </a:rPr>
              <a:t>Have</a:t>
            </a:r>
            <a:r>
              <a:rPr dirty="0" sz="1700" spc="120">
                <a:solidFill>
                  <a:srgbClr val="FFFFFF"/>
                </a:solidFill>
                <a:latin typeface="Arial"/>
                <a:cs typeface="Arial"/>
              </a:rPr>
              <a:t> </a:t>
            </a:r>
            <a:r>
              <a:rPr dirty="0" sz="1700">
                <a:solidFill>
                  <a:srgbClr val="FFFFFF"/>
                </a:solidFill>
                <a:latin typeface="Arial"/>
                <a:cs typeface="Arial"/>
              </a:rPr>
              <a:t>dealt</a:t>
            </a:r>
            <a:r>
              <a:rPr dirty="0" sz="1700" spc="254">
                <a:solidFill>
                  <a:srgbClr val="FFFFFF"/>
                </a:solidFill>
                <a:latin typeface="Arial"/>
                <a:cs typeface="Arial"/>
              </a:rPr>
              <a:t> </a:t>
            </a:r>
            <a:r>
              <a:rPr dirty="0" sz="1700">
                <a:solidFill>
                  <a:srgbClr val="B88372"/>
                </a:solidFill>
                <a:latin typeface="Arial"/>
                <a:cs typeface="Arial"/>
              </a:rPr>
              <a:t>witH</a:t>
            </a:r>
            <a:r>
              <a:rPr dirty="0" sz="1700" spc="-75">
                <a:solidFill>
                  <a:srgbClr val="B88372"/>
                </a:solidFill>
                <a:latin typeface="Arial"/>
                <a:cs typeface="Arial"/>
              </a:rPr>
              <a:t> </a:t>
            </a:r>
            <a:r>
              <a:rPr dirty="0" sz="1700">
                <a:solidFill>
                  <a:srgbClr val="FFE6E2"/>
                </a:solidFill>
                <a:latin typeface="Arial"/>
                <a:cs typeface="Arial"/>
              </a:rPr>
              <a:t>I</a:t>
            </a:r>
            <a:r>
              <a:rPr dirty="0" sz="1700" spc="-25">
                <a:solidFill>
                  <a:srgbClr val="FFE6E2"/>
                </a:solidFill>
                <a:latin typeface="Arial"/>
                <a:cs typeface="Arial"/>
              </a:rPr>
              <a:t> </a:t>
            </a:r>
            <a:r>
              <a:rPr dirty="0" sz="1700">
                <a:solidFill>
                  <a:srgbClr val="D6B5AC"/>
                </a:solidFill>
                <a:latin typeface="Arial"/>
                <a:cs typeface="Arial"/>
              </a:rPr>
              <a:t>be</a:t>
            </a:r>
            <a:r>
              <a:rPr dirty="0" sz="1700" spc="105">
                <a:solidFill>
                  <a:srgbClr val="D6B5AC"/>
                </a:solidFill>
                <a:latin typeface="Arial"/>
                <a:cs typeface="Arial"/>
              </a:rPr>
              <a:t> </a:t>
            </a:r>
            <a:r>
              <a:rPr dirty="0" sz="1700" spc="-25">
                <a:solidFill>
                  <a:srgbClr val="6D3634"/>
                </a:solidFill>
                <a:latin typeface="Arial"/>
                <a:cs typeface="Arial"/>
              </a:rPr>
              <a:t>i</a:t>
            </a:r>
            <a:r>
              <a:rPr dirty="0" sz="1700" spc="-25">
                <a:solidFill>
                  <a:srgbClr val="B69A90"/>
                </a:solidFill>
                <a:latin typeface="Arial"/>
                <a:cs typeface="Arial"/>
              </a:rPr>
              <a:t>ssue</a:t>
            </a:r>
            <a:endParaRPr sz="1700">
              <a:latin typeface="Arial"/>
              <a:cs typeface="Arial"/>
            </a:endParaRPr>
          </a:p>
          <a:p>
            <a:pPr algn="ctr" marR="6985">
              <a:lnSpc>
                <a:spcPct val="100000"/>
              </a:lnSpc>
              <a:spcBef>
                <a:spcPts val="950"/>
              </a:spcBef>
            </a:pPr>
            <a:r>
              <a:rPr dirty="0" sz="1750">
                <a:solidFill>
                  <a:srgbClr val="9A6B5E"/>
                </a:solidFill>
                <a:latin typeface="Arial"/>
                <a:cs typeface="Arial"/>
              </a:rPr>
              <a:t>of</a:t>
            </a:r>
            <a:r>
              <a:rPr dirty="0" sz="1750" spc="275">
                <a:solidFill>
                  <a:srgbClr val="9A6B5E"/>
                </a:solidFill>
                <a:latin typeface="Arial"/>
                <a:cs typeface="Arial"/>
              </a:rPr>
              <a:t> </a:t>
            </a:r>
            <a:r>
              <a:rPr dirty="0" sz="1750" spc="-10">
                <a:solidFill>
                  <a:srgbClr val="975054"/>
                </a:solidFill>
                <a:latin typeface="Arial"/>
                <a:cs typeface="Arial"/>
              </a:rPr>
              <a:t>subscription</a:t>
            </a:r>
            <a:endParaRPr sz="1750">
              <a:latin typeface="Arial"/>
              <a:cs typeface="Arial"/>
            </a:endParaRPr>
          </a:p>
        </p:txBody>
      </p:sp>
      <p:sp>
        <p:nvSpPr>
          <p:cNvPr id="41" name="object 41" descr=""/>
          <p:cNvSpPr txBox="1"/>
          <p:nvPr/>
        </p:nvSpPr>
        <p:spPr>
          <a:xfrm>
            <a:off x="9345217" y="4358276"/>
            <a:ext cx="2262505" cy="789305"/>
          </a:xfrm>
          <a:prstGeom prst="rect">
            <a:avLst/>
          </a:prstGeom>
        </p:spPr>
        <p:txBody>
          <a:bodyPr wrap="square" lIns="0" tIns="129539" rIns="0" bIns="0" rtlCol="0" vert="horz">
            <a:spAutoFit/>
          </a:bodyPr>
          <a:lstStyle/>
          <a:p>
            <a:pPr marL="17780">
              <a:lnSpc>
                <a:spcPct val="100000"/>
              </a:lnSpc>
              <a:spcBef>
                <a:spcPts val="1019"/>
              </a:spcBef>
              <a:tabLst>
                <a:tab pos="1719580" algn="l"/>
              </a:tabLst>
            </a:pPr>
            <a:r>
              <a:rPr dirty="0" sz="1700">
                <a:solidFill>
                  <a:srgbClr val="794642"/>
                </a:solidFill>
                <a:latin typeface="Arial"/>
                <a:cs typeface="Arial"/>
              </a:rPr>
              <a:t>i</a:t>
            </a:r>
            <a:r>
              <a:rPr dirty="0" sz="1700">
                <a:solidFill>
                  <a:srgbClr val="693834"/>
                </a:solidFill>
                <a:latin typeface="Arial"/>
                <a:cs typeface="Arial"/>
              </a:rPr>
              <a:t>n</a:t>
            </a:r>
            <a:r>
              <a:rPr dirty="0" sz="1700" spc="85">
                <a:solidFill>
                  <a:srgbClr val="693834"/>
                </a:solidFill>
                <a:latin typeface="Arial"/>
                <a:cs typeface="Arial"/>
              </a:rPr>
              <a:t> </a:t>
            </a:r>
            <a:r>
              <a:rPr dirty="0" sz="1700">
                <a:solidFill>
                  <a:srgbClr val="FFFFFF"/>
                </a:solidFill>
                <a:latin typeface="Arial"/>
                <a:cs typeface="Arial"/>
              </a:rPr>
              <a:t>the</a:t>
            </a:r>
            <a:r>
              <a:rPr dirty="0" sz="1700" spc="409">
                <a:solidFill>
                  <a:srgbClr val="FFFFFF"/>
                </a:solidFill>
                <a:latin typeface="Arial"/>
                <a:cs typeface="Arial"/>
              </a:rPr>
              <a:t> </a:t>
            </a:r>
            <a:r>
              <a:rPr dirty="0" sz="1700" spc="-20">
                <a:solidFill>
                  <a:srgbClr val="FFFFFF"/>
                </a:solidFill>
                <a:latin typeface="Arial"/>
                <a:cs typeface="Arial"/>
              </a:rPr>
              <a:t>U</a:t>
            </a:r>
            <a:r>
              <a:rPr dirty="0" sz="1700" spc="-195">
                <a:solidFill>
                  <a:srgbClr val="FFFFFF"/>
                </a:solidFill>
                <a:latin typeface="Arial"/>
                <a:cs typeface="Arial"/>
              </a:rPr>
              <a:t> </a:t>
            </a:r>
            <a:r>
              <a:rPr dirty="0" sz="1700">
                <a:solidFill>
                  <a:srgbClr val="FFEFE6"/>
                </a:solidFill>
                <a:latin typeface="Arial"/>
                <a:cs typeface="Arial"/>
              </a:rPr>
              <a:t>S</a:t>
            </a:r>
            <a:r>
              <a:rPr dirty="0" sz="1700" spc="60">
                <a:solidFill>
                  <a:srgbClr val="FFEFE6"/>
                </a:solidFill>
                <a:latin typeface="Arial"/>
                <a:cs typeface="Arial"/>
              </a:rPr>
              <a:t> </a:t>
            </a:r>
            <a:r>
              <a:rPr dirty="0" sz="1700">
                <a:solidFill>
                  <a:srgbClr val="7E4D4F"/>
                </a:solidFill>
                <a:latin typeface="Arial"/>
                <a:cs typeface="Arial"/>
              </a:rPr>
              <a:t>in</a:t>
            </a:r>
            <a:r>
              <a:rPr dirty="0" sz="1700" spc="60">
                <a:solidFill>
                  <a:srgbClr val="7E4D4F"/>
                </a:solidFill>
                <a:latin typeface="Arial"/>
                <a:cs typeface="Arial"/>
              </a:rPr>
              <a:t> </a:t>
            </a:r>
            <a:r>
              <a:rPr dirty="0" sz="1700" spc="35">
                <a:solidFill>
                  <a:srgbClr val="FFFFFF"/>
                </a:solidFill>
                <a:latin typeface="Arial"/>
                <a:cs typeface="Arial"/>
              </a:rPr>
              <a:t>20</a:t>
            </a:r>
            <a:r>
              <a:rPr dirty="0" sz="1700">
                <a:solidFill>
                  <a:srgbClr val="FFFFFF"/>
                </a:solidFill>
                <a:latin typeface="Arial"/>
                <a:cs typeface="Arial"/>
              </a:rPr>
              <a:t>	</a:t>
            </a:r>
            <a:r>
              <a:rPr dirty="0" sz="1700" spc="145">
                <a:solidFill>
                  <a:srgbClr val="FFFFFF"/>
                </a:solidFill>
                <a:latin typeface="Arial"/>
                <a:cs typeface="Arial"/>
              </a:rPr>
              <a:t>5</a:t>
            </a:r>
            <a:r>
              <a:rPr dirty="0" sz="1700" spc="145">
                <a:solidFill>
                  <a:srgbClr val="B68577"/>
                </a:solidFill>
                <a:latin typeface="Arial"/>
                <a:cs typeface="Arial"/>
              </a:rPr>
              <a:t>;</a:t>
            </a:r>
            <a:r>
              <a:rPr dirty="0" sz="1700" spc="-80">
                <a:solidFill>
                  <a:srgbClr val="B68577"/>
                </a:solidFill>
                <a:latin typeface="Arial"/>
                <a:cs typeface="Arial"/>
              </a:rPr>
              <a:t> </a:t>
            </a:r>
            <a:r>
              <a:rPr dirty="0" sz="1700" spc="-25">
                <a:solidFill>
                  <a:srgbClr val="6D4231"/>
                </a:solidFill>
                <a:latin typeface="Arial"/>
                <a:cs typeface="Arial"/>
              </a:rPr>
              <a:t>up</a:t>
            </a:r>
            <a:endParaRPr sz="1700">
              <a:latin typeface="Arial"/>
              <a:cs typeface="Arial"/>
            </a:endParaRPr>
          </a:p>
          <a:p>
            <a:pPr>
              <a:lnSpc>
                <a:spcPct val="100000"/>
              </a:lnSpc>
              <a:spcBef>
                <a:spcPts val="950"/>
              </a:spcBef>
            </a:pPr>
            <a:r>
              <a:rPr dirty="0" sz="1750" spc="95">
                <a:solidFill>
                  <a:srgbClr val="623D34"/>
                </a:solidFill>
                <a:latin typeface="Arial"/>
                <a:cs typeface="Arial"/>
              </a:rPr>
              <a:t>from</a:t>
            </a:r>
            <a:r>
              <a:rPr dirty="0" sz="1750" spc="140">
                <a:solidFill>
                  <a:srgbClr val="623D34"/>
                </a:solidFill>
                <a:latin typeface="Arial"/>
                <a:cs typeface="Arial"/>
              </a:rPr>
              <a:t> </a:t>
            </a:r>
            <a:r>
              <a:rPr dirty="0" sz="1750" spc="-60">
                <a:solidFill>
                  <a:srgbClr val="FFFFFF"/>
                </a:solidFill>
                <a:latin typeface="Arial"/>
                <a:cs typeface="Arial"/>
              </a:rPr>
              <a:t>$21S</a:t>
            </a:r>
            <a:r>
              <a:rPr dirty="0" sz="1750" spc="-295">
                <a:solidFill>
                  <a:srgbClr val="FFFFFF"/>
                </a:solidFill>
                <a:latin typeface="Arial"/>
                <a:cs typeface="Arial"/>
              </a:rPr>
              <a:t> </a:t>
            </a:r>
            <a:r>
              <a:rPr dirty="0" sz="1750">
                <a:solidFill>
                  <a:srgbClr val="7E4F4F"/>
                </a:solidFill>
                <a:latin typeface="Arial"/>
                <a:cs typeface="Arial"/>
              </a:rPr>
              <a:t>B</a:t>
            </a:r>
            <a:r>
              <a:rPr dirty="0" sz="1750" spc="85">
                <a:solidFill>
                  <a:srgbClr val="7E4F4F"/>
                </a:solidFill>
                <a:latin typeface="Arial"/>
                <a:cs typeface="Arial"/>
              </a:rPr>
              <a:t> </a:t>
            </a:r>
            <a:r>
              <a:rPr dirty="0" sz="1750">
                <a:solidFill>
                  <a:srgbClr val="834D49"/>
                </a:solidFill>
                <a:latin typeface="Arial"/>
                <a:cs typeface="Arial"/>
              </a:rPr>
              <a:t>in</a:t>
            </a:r>
            <a:r>
              <a:rPr dirty="0" sz="1750" spc="100">
                <a:solidFill>
                  <a:srgbClr val="834D49"/>
                </a:solidFill>
                <a:latin typeface="Arial"/>
                <a:cs typeface="Arial"/>
              </a:rPr>
              <a:t> </a:t>
            </a:r>
            <a:r>
              <a:rPr dirty="0" sz="1750">
                <a:solidFill>
                  <a:srgbClr val="FFFFFF"/>
                </a:solidFill>
                <a:latin typeface="Arial"/>
                <a:cs typeface="Arial"/>
              </a:rPr>
              <a:t>20</a:t>
            </a:r>
            <a:r>
              <a:rPr dirty="0" sz="1750" spc="35">
                <a:solidFill>
                  <a:srgbClr val="FFFFFF"/>
                </a:solidFill>
                <a:latin typeface="Arial"/>
                <a:cs typeface="Arial"/>
              </a:rPr>
              <a:t> </a:t>
            </a:r>
            <a:r>
              <a:rPr dirty="0" sz="1750">
                <a:solidFill>
                  <a:srgbClr val="6E3B34"/>
                </a:solidFill>
                <a:latin typeface="Arial"/>
                <a:cs typeface="Arial"/>
              </a:rPr>
              <a:t>0</a:t>
            </a:r>
            <a:r>
              <a:rPr dirty="0" sz="1750" spc="-125">
                <a:solidFill>
                  <a:srgbClr val="6E3B34"/>
                </a:solidFill>
                <a:latin typeface="Arial"/>
                <a:cs typeface="Arial"/>
              </a:rPr>
              <a:t> </a:t>
            </a:r>
            <a:r>
              <a:rPr dirty="0" sz="1750" spc="-25">
                <a:solidFill>
                  <a:srgbClr val="7E463D"/>
                </a:solidFill>
                <a:latin typeface="Arial"/>
                <a:cs typeface="Arial"/>
              </a:rPr>
              <a:t>0.</a:t>
            </a:r>
            <a:endParaRPr sz="1750">
              <a:latin typeface="Arial"/>
              <a:cs typeface="Arial"/>
            </a:endParaRPr>
          </a:p>
        </p:txBody>
      </p:sp>
      <p:grpSp>
        <p:nvGrpSpPr>
          <p:cNvPr id="42" name="object 42" descr=""/>
          <p:cNvGrpSpPr/>
          <p:nvPr/>
        </p:nvGrpSpPr>
        <p:grpSpPr>
          <a:xfrm>
            <a:off x="10160" y="5232400"/>
            <a:ext cx="12171680" cy="284480"/>
            <a:chOff x="10160" y="5232400"/>
            <a:chExt cx="12171680" cy="284480"/>
          </a:xfrm>
        </p:grpSpPr>
        <p:pic>
          <p:nvPicPr>
            <p:cNvPr id="43" name="object 43" descr=""/>
            <p:cNvPicPr/>
            <p:nvPr/>
          </p:nvPicPr>
          <p:blipFill>
            <a:blip r:embed="rId21" cstate="print"/>
            <a:stretch>
              <a:fillRect/>
            </a:stretch>
          </p:blipFill>
          <p:spPr>
            <a:xfrm>
              <a:off x="568960" y="5354320"/>
              <a:ext cx="1767839" cy="162559"/>
            </a:xfrm>
            <a:prstGeom prst="rect">
              <a:avLst/>
            </a:prstGeom>
          </p:spPr>
        </p:pic>
        <p:pic>
          <p:nvPicPr>
            <p:cNvPr id="44" name="object 44" descr=""/>
            <p:cNvPicPr/>
            <p:nvPr/>
          </p:nvPicPr>
          <p:blipFill>
            <a:blip r:embed="rId22" cstate="print"/>
            <a:stretch>
              <a:fillRect/>
            </a:stretch>
          </p:blipFill>
          <p:spPr>
            <a:xfrm>
              <a:off x="3302000" y="5273040"/>
              <a:ext cx="2448560" cy="233679"/>
            </a:xfrm>
            <a:prstGeom prst="rect">
              <a:avLst/>
            </a:prstGeom>
          </p:spPr>
        </p:pic>
        <p:pic>
          <p:nvPicPr>
            <p:cNvPr id="45" name="object 45" descr=""/>
            <p:cNvPicPr/>
            <p:nvPr/>
          </p:nvPicPr>
          <p:blipFill>
            <a:blip r:embed="rId23" cstate="print"/>
            <a:stretch>
              <a:fillRect/>
            </a:stretch>
          </p:blipFill>
          <p:spPr>
            <a:xfrm>
              <a:off x="9845040" y="5293360"/>
              <a:ext cx="1270000" cy="162559"/>
            </a:xfrm>
            <a:prstGeom prst="rect">
              <a:avLst/>
            </a:prstGeom>
          </p:spPr>
        </p:pic>
        <p:sp>
          <p:nvSpPr>
            <p:cNvPr id="46" name="object 46" descr=""/>
            <p:cNvSpPr/>
            <p:nvPr/>
          </p:nvSpPr>
          <p:spPr>
            <a:xfrm>
              <a:off x="10160" y="5232400"/>
              <a:ext cx="12171680" cy="284480"/>
            </a:xfrm>
            <a:custGeom>
              <a:avLst/>
              <a:gdLst/>
              <a:ahLst/>
              <a:cxnLst/>
              <a:rect l="l" t="t" r="r" b="b"/>
              <a:pathLst>
                <a:path w="12171680" h="284479">
                  <a:moveTo>
                    <a:pt x="12171680" y="284480"/>
                  </a:moveTo>
                  <a:lnTo>
                    <a:pt x="0" y="284480"/>
                  </a:lnTo>
                  <a:lnTo>
                    <a:pt x="0" y="0"/>
                  </a:lnTo>
                  <a:lnTo>
                    <a:pt x="12171680" y="0"/>
                  </a:lnTo>
                  <a:lnTo>
                    <a:pt x="12171680" y="284480"/>
                  </a:lnTo>
                  <a:close/>
                </a:path>
              </a:pathLst>
            </a:custGeom>
            <a:solidFill>
              <a:srgbClr val="422D2D"/>
            </a:solidFill>
          </p:spPr>
          <p:txBody>
            <a:bodyPr wrap="square" lIns="0" tIns="0" rIns="0" bIns="0" rtlCol="0"/>
            <a:lstStyle/>
            <a:p/>
          </p:txBody>
        </p:sp>
      </p:grpSp>
      <p:sp>
        <p:nvSpPr>
          <p:cNvPr id="47" name="object 47" descr=""/>
          <p:cNvSpPr txBox="1"/>
          <p:nvPr/>
        </p:nvSpPr>
        <p:spPr>
          <a:xfrm>
            <a:off x="10160" y="5190490"/>
            <a:ext cx="12171680" cy="292100"/>
          </a:xfrm>
          <a:prstGeom prst="rect">
            <a:avLst/>
          </a:prstGeom>
        </p:spPr>
        <p:txBody>
          <a:bodyPr wrap="square" lIns="0" tIns="12700" rIns="0" bIns="0" rtlCol="0" vert="horz">
            <a:spAutoFit/>
          </a:bodyPr>
          <a:lstStyle/>
          <a:p>
            <a:pPr marL="6650355">
              <a:lnSpc>
                <a:spcPct val="100000"/>
              </a:lnSpc>
              <a:spcBef>
                <a:spcPts val="100"/>
              </a:spcBef>
            </a:pPr>
            <a:r>
              <a:rPr dirty="0" sz="1750" spc="-10">
                <a:solidFill>
                  <a:srgbClr val="AF8579"/>
                </a:solidFill>
                <a:latin typeface="Arial"/>
                <a:cs typeface="Arial"/>
              </a:rPr>
              <a:t>business</a:t>
            </a:r>
            <a:r>
              <a:rPr dirty="0" sz="1750" spc="-30">
                <a:solidFill>
                  <a:srgbClr val="AF8579"/>
                </a:solidFill>
                <a:latin typeface="Arial"/>
                <a:cs typeface="Arial"/>
              </a:rPr>
              <a:t> </a:t>
            </a:r>
            <a:r>
              <a:rPr dirty="0" sz="1750" spc="-10">
                <a:solidFill>
                  <a:srgbClr val="DDA183"/>
                </a:solidFill>
                <a:latin typeface="Arial"/>
                <a:cs typeface="Arial"/>
              </a:rPr>
              <a:t>models.</a:t>
            </a:r>
            <a:endParaRPr sz="1750">
              <a:latin typeface="Arial"/>
              <a:cs typeface="Arial"/>
            </a:endParaRPr>
          </a:p>
        </p:txBody>
      </p:sp>
      <p:grpSp>
        <p:nvGrpSpPr>
          <p:cNvPr id="48" name="object 48" descr=""/>
          <p:cNvGrpSpPr/>
          <p:nvPr/>
        </p:nvGrpSpPr>
        <p:grpSpPr>
          <a:xfrm>
            <a:off x="10160" y="5567679"/>
            <a:ext cx="12181840" cy="264160"/>
            <a:chOff x="10160" y="5567679"/>
            <a:chExt cx="12181840" cy="264160"/>
          </a:xfrm>
        </p:grpSpPr>
        <p:pic>
          <p:nvPicPr>
            <p:cNvPr id="49" name="object 49" descr=""/>
            <p:cNvPicPr/>
            <p:nvPr/>
          </p:nvPicPr>
          <p:blipFill>
            <a:blip r:embed="rId24" cstate="print"/>
            <a:stretch>
              <a:fillRect/>
            </a:stretch>
          </p:blipFill>
          <p:spPr>
            <a:xfrm>
              <a:off x="7061200" y="5567679"/>
              <a:ext cx="1280159" cy="60959"/>
            </a:xfrm>
            <a:prstGeom prst="rect">
              <a:avLst/>
            </a:prstGeom>
          </p:spPr>
        </p:pic>
        <p:pic>
          <p:nvPicPr>
            <p:cNvPr id="50" name="object 50" descr=""/>
            <p:cNvPicPr/>
            <p:nvPr/>
          </p:nvPicPr>
          <p:blipFill>
            <a:blip r:embed="rId25" cstate="print"/>
            <a:stretch>
              <a:fillRect/>
            </a:stretch>
          </p:blipFill>
          <p:spPr>
            <a:xfrm>
              <a:off x="6675119" y="5648960"/>
              <a:ext cx="1666239" cy="121919"/>
            </a:xfrm>
            <a:prstGeom prst="rect">
              <a:avLst/>
            </a:prstGeom>
          </p:spPr>
        </p:pic>
        <p:pic>
          <p:nvPicPr>
            <p:cNvPr id="51" name="object 51" descr=""/>
            <p:cNvPicPr/>
            <p:nvPr/>
          </p:nvPicPr>
          <p:blipFill>
            <a:blip r:embed="rId26" cstate="print"/>
            <a:stretch>
              <a:fillRect/>
            </a:stretch>
          </p:blipFill>
          <p:spPr>
            <a:xfrm>
              <a:off x="3810000" y="5567679"/>
              <a:ext cx="1666239" cy="203200"/>
            </a:xfrm>
            <a:prstGeom prst="rect">
              <a:avLst/>
            </a:prstGeom>
          </p:spPr>
        </p:pic>
        <p:pic>
          <p:nvPicPr>
            <p:cNvPr id="52" name="object 52" descr=""/>
            <p:cNvPicPr/>
            <p:nvPr/>
          </p:nvPicPr>
          <p:blipFill>
            <a:blip r:embed="rId27" cstate="print"/>
            <a:stretch>
              <a:fillRect/>
            </a:stretch>
          </p:blipFill>
          <p:spPr>
            <a:xfrm>
              <a:off x="10160" y="5567679"/>
              <a:ext cx="12181840" cy="264159"/>
            </a:xfrm>
            <a:prstGeom prst="rect">
              <a:avLst/>
            </a:prstGeom>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0" y="2296160"/>
            <a:ext cx="12192000" cy="4561840"/>
          </a:xfrm>
          <a:prstGeom prst="rect">
            <a:avLst/>
          </a:prstGeom>
        </p:spPr>
      </p:pic>
      <p:pic>
        <p:nvPicPr>
          <p:cNvPr id="3" name="object 3" descr=""/>
          <p:cNvPicPr/>
          <p:nvPr/>
        </p:nvPicPr>
        <p:blipFill>
          <a:blip r:embed="rId3" cstate="print"/>
          <a:stretch>
            <a:fillRect/>
          </a:stretch>
        </p:blipFill>
        <p:spPr>
          <a:xfrm>
            <a:off x="6929119" y="701040"/>
            <a:ext cx="396240" cy="396240"/>
          </a:xfrm>
          <a:prstGeom prst="rect">
            <a:avLst/>
          </a:prstGeom>
        </p:spPr>
      </p:pic>
      <p:sp>
        <p:nvSpPr>
          <p:cNvPr id="4" name="object 4"/>
          <p:cNvSpPr txBox="1">
            <a:spLocks noGrp="1"/>
          </p:cNvSpPr>
          <p:nvPr>
            <p:ph type="ctrTitle"/>
          </p:nvPr>
        </p:nvSpPr>
        <p:spPr>
          <a:prstGeom prst="rect"/>
        </p:spPr>
        <p:txBody>
          <a:bodyPr wrap="square" lIns="0" tIns="12700" rIns="0" bIns="0" rtlCol="0" vert="horz">
            <a:spAutoFit/>
          </a:bodyPr>
          <a:lstStyle/>
          <a:p>
            <a:pPr marL="12700">
              <a:lnSpc>
                <a:spcPct val="100000"/>
              </a:lnSpc>
              <a:spcBef>
                <a:spcPts val="100"/>
              </a:spcBef>
              <a:tabLst>
                <a:tab pos="5263515" algn="l"/>
              </a:tabLst>
            </a:pPr>
            <a:r>
              <a:rPr dirty="0" sz="4600" spc="280">
                <a:solidFill>
                  <a:srgbClr val="363636"/>
                </a:solidFill>
                <a:latin typeface="Calibri"/>
                <a:cs typeface="Calibri"/>
              </a:rPr>
              <a:t>EVERY</a:t>
            </a:r>
            <a:r>
              <a:rPr dirty="0" sz="4600" spc="65">
                <a:solidFill>
                  <a:srgbClr val="363636"/>
                </a:solidFill>
                <a:latin typeface="Calibri"/>
                <a:cs typeface="Calibri"/>
              </a:rPr>
              <a:t> </a:t>
            </a:r>
            <a:r>
              <a:rPr dirty="0" sz="4600" spc="220">
                <a:solidFill>
                  <a:srgbClr val="313131"/>
                </a:solidFill>
                <a:latin typeface="Calibri"/>
                <a:cs typeface="Calibri"/>
              </a:rPr>
              <a:t>INDUSTRY</a:t>
            </a:r>
            <a:r>
              <a:rPr dirty="0" sz="4600">
                <a:solidFill>
                  <a:srgbClr val="313131"/>
                </a:solidFill>
                <a:latin typeface="Calibri"/>
                <a:cs typeface="Calibri"/>
              </a:rPr>
              <a:t>	</a:t>
            </a:r>
            <a:r>
              <a:rPr dirty="0" sz="4600" spc="180">
                <a:solidFill>
                  <a:srgbClr val="343434"/>
                </a:solidFill>
                <a:latin typeface="Calibri"/>
                <a:cs typeface="Calibri"/>
              </a:rPr>
              <a:t>SHIFTING</a:t>
            </a:r>
            <a:endParaRPr sz="4600">
              <a:latin typeface="Calibri"/>
              <a:cs typeface="Calibri"/>
            </a:endParaRPr>
          </a:p>
        </p:txBody>
      </p:sp>
      <p:sp>
        <p:nvSpPr>
          <p:cNvPr id="5" name="object 5" descr=""/>
          <p:cNvSpPr txBox="1"/>
          <p:nvPr/>
        </p:nvSpPr>
        <p:spPr>
          <a:xfrm>
            <a:off x="1152021" y="1362709"/>
            <a:ext cx="9893300" cy="368300"/>
          </a:xfrm>
          <a:prstGeom prst="rect">
            <a:avLst/>
          </a:prstGeom>
        </p:spPr>
        <p:txBody>
          <a:bodyPr wrap="square" lIns="0" tIns="12700" rIns="0" bIns="0" rtlCol="0" vert="horz">
            <a:spAutoFit/>
          </a:bodyPr>
          <a:lstStyle/>
          <a:p>
            <a:pPr marL="12700">
              <a:lnSpc>
                <a:spcPct val="100000"/>
              </a:lnSpc>
              <a:spcBef>
                <a:spcPts val="100"/>
              </a:spcBef>
            </a:pPr>
            <a:r>
              <a:rPr dirty="0" sz="2250" spc="95">
                <a:solidFill>
                  <a:srgbClr val="343434"/>
                </a:solidFill>
                <a:latin typeface="Calibri"/>
                <a:cs typeface="Calibri"/>
              </a:rPr>
              <a:t>Leaders </a:t>
            </a:r>
            <a:r>
              <a:rPr dirty="0" sz="2250" spc="65">
                <a:solidFill>
                  <a:srgbClr val="343434"/>
                </a:solidFill>
                <a:latin typeface="Calibri"/>
                <a:cs typeface="Calibri"/>
              </a:rPr>
              <a:t>are</a:t>
            </a:r>
            <a:r>
              <a:rPr dirty="0" sz="2250" spc="135">
                <a:solidFill>
                  <a:srgbClr val="343434"/>
                </a:solidFill>
                <a:latin typeface="Calibri"/>
                <a:cs typeface="Calibri"/>
              </a:rPr>
              <a:t> </a:t>
            </a:r>
            <a:r>
              <a:rPr dirty="0" sz="2250" spc="114">
                <a:solidFill>
                  <a:srgbClr val="343434"/>
                </a:solidFill>
                <a:latin typeface="Calibri"/>
                <a:cs typeface="Calibri"/>
              </a:rPr>
              <a:t>creating</a:t>
            </a:r>
            <a:r>
              <a:rPr dirty="0" sz="2250" spc="80">
                <a:solidFill>
                  <a:srgbClr val="343434"/>
                </a:solidFill>
                <a:latin typeface="Calibri"/>
                <a:cs typeface="Calibri"/>
              </a:rPr>
              <a:t> </a:t>
            </a:r>
            <a:r>
              <a:rPr dirty="0" sz="2250">
                <a:solidFill>
                  <a:srgbClr val="343434"/>
                </a:solidFill>
                <a:latin typeface="Calibri"/>
                <a:cs typeface="Calibri"/>
              </a:rPr>
              <a:t>new</a:t>
            </a:r>
            <a:r>
              <a:rPr dirty="0" sz="2250" spc="235">
                <a:solidFill>
                  <a:srgbClr val="343434"/>
                </a:solidFill>
                <a:latin typeface="Calibri"/>
                <a:cs typeface="Calibri"/>
              </a:rPr>
              <a:t> </a:t>
            </a:r>
            <a:r>
              <a:rPr dirty="0" sz="2250" spc="85">
                <a:solidFill>
                  <a:srgbClr val="333333"/>
                </a:solidFill>
                <a:latin typeface="Calibri"/>
                <a:cs typeface="Calibri"/>
              </a:rPr>
              <a:t>experiences</a:t>
            </a:r>
            <a:r>
              <a:rPr dirty="0" sz="2250" spc="254">
                <a:solidFill>
                  <a:srgbClr val="333333"/>
                </a:solidFill>
                <a:latin typeface="Calibri"/>
                <a:cs typeface="Calibri"/>
              </a:rPr>
              <a:t> </a:t>
            </a:r>
            <a:r>
              <a:rPr dirty="0" sz="2250" spc="120">
                <a:solidFill>
                  <a:srgbClr val="333333"/>
                </a:solidFill>
                <a:latin typeface="Calibri"/>
                <a:cs typeface="Calibri"/>
              </a:rPr>
              <a:t>through</a:t>
            </a:r>
            <a:r>
              <a:rPr dirty="0" sz="2250" spc="125">
                <a:solidFill>
                  <a:srgbClr val="333333"/>
                </a:solidFill>
                <a:latin typeface="Calibri"/>
                <a:cs typeface="Calibri"/>
              </a:rPr>
              <a:t> </a:t>
            </a:r>
            <a:r>
              <a:rPr dirty="0" sz="2250" spc="60">
                <a:solidFill>
                  <a:srgbClr val="363636"/>
                </a:solidFill>
                <a:latin typeface="Calibri"/>
                <a:cs typeface="Calibri"/>
              </a:rPr>
              <a:t>a</a:t>
            </a:r>
            <a:r>
              <a:rPr dirty="0" sz="2250" spc="55">
                <a:solidFill>
                  <a:srgbClr val="363636"/>
                </a:solidFill>
                <a:latin typeface="Calibri"/>
                <a:cs typeface="Calibri"/>
              </a:rPr>
              <a:t> </a:t>
            </a:r>
            <a:r>
              <a:rPr dirty="0" sz="2250" spc="75">
                <a:solidFill>
                  <a:srgbClr val="343434"/>
                </a:solidFill>
                <a:latin typeface="Calibri"/>
                <a:cs typeface="Calibri"/>
              </a:rPr>
              <a:t>new</a:t>
            </a:r>
            <a:r>
              <a:rPr dirty="0" sz="2250" spc="130">
                <a:solidFill>
                  <a:srgbClr val="343434"/>
                </a:solidFill>
                <a:latin typeface="Calibri"/>
                <a:cs typeface="Calibri"/>
              </a:rPr>
              <a:t> </a:t>
            </a:r>
            <a:r>
              <a:rPr dirty="0" sz="2250" spc="130">
                <a:solidFill>
                  <a:srgbClr val="313131"/>
                </a:solidFill>
                <a:latin typeface="Calibri"/>
                <a:cs typeface="Calibri"/>
              </a:rPr>
              <a:t>kind </a:t>
            </a:r>
            <a:r>
              <a:rPr dirty="0" sz="2250" spc="125">
                <a:solidFill>
                  <a:srgbClr val="383838"/>
                </a:solidFill>
                <a:latin typeface="Calibri"/>
                <a:cs typeface="Calibri"/>
              </a:rPr>
              <a:t>of</a:t>
            </a:r>
            <a:r>
              <a:rPr dirty="0" sz="2250" spc="80">
                <a:solidFill>
                  <a:srgbClr val="383838"/>
                </a:solidFill>
                <a:latin typeface="Calibri"/>
                <a:cs typeface="Calibri"/>
              </a:rPr>
              <a:t> </a:t>
            </a:r>
            <a:r>
              <a:rPr dirty="0" sz="2250" spc="70">
                <a:solidFill>
                  <a:srgbClr val="343434"/>
                </a:solidFill>
                <a:latin typeface="Calibri"/>
                <a:cs typeface="Calibri"/>
              </a:rPr>
              <a:t>business</a:t>
            </a:r>
            <a:r>
              <a:rPr dirty="0" sz="2250" spc="190">
                <a:solidFill>
                  <a:srgbClr val="343434"/>
                </a:solidFill>
                <a:latin typeface="Calibri"/>
                <a:cs typeface="Calibri"/>
              </a:rPr>
              <a:t> </a:t>
            </a:r>
            <a:r>
              <a:rPr dirty="0" sz="2250" spc="75">
                <a:solidFill>
                  <a:srgbClr val="343434"/>
                </a:solidFill>
                <a:latin typeface="Calibri"/>
                <a:cs typeface="Calibri"/>
              </a:rPr>
              <a:t>model</a:t>
            </a:r>
            <a:endParaRPr sz="2250">
              <a:latin typeface="Calibri"/>
              <a:cs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10160" y="6156960"/>
            <a:ext cx="12181840" cy="355600"/>
          </a:xfrm>
          <a:prstGeom prst="rect">
            <a:avLst/>
          </a:prstGeom>
        </p:spPr>
      </p:pic>
      <p:pic>
        <p:nvPicPr>
          <p:cNvPr id="3" name="object 3" descr=""/>
          <p:cNvPicPr/>
          <p:nvPr/>
        </p:nvPicPr>
        <p:blipFill>
          <a:blip r:embed="rId3" cstate="print"/>
          <a:stretch>
            <a:fillRect/>
          </a:stretch>
        </p:blipFill>
        <p:spPr>
          <a:xfrm>
            <a:off x="10160" y="4866640"/>
            <a:ext cx="12181840" cy="568959"/>
          </a:xfrm>
          <a:prstGeom prst="rect">
            <a:avLst/>
          </a:prstGeom>
        </p:spPr>
      </p:pic>
      <p:pic>
        <p:nvPicPr>
          <p:cNvPr id="4" name="object 4" descr=""/>
          <p:cNvPicPr/>
          <p:nvPr/>
        </p:nvPicPr>
        <p:blipFill>
          <a:blip r:embed="rId4" cstate="print"/>
          <a:stretch>
            <a:fillRect/>
          </a:stretch>
        </p:blipFill>
        <p:spPr>
          <a:xfrm>
            <a:off x="1229360" y="3129279"/>
            <a:ext cx="325120" cy="447040"/>
          </a:xfrm>
          <a:prstGeom prst="rect">
            <a:avLst/>
          </a:prstGeom>
        </p:spPr>
      </p:pic>
      <p:pic>
        <p:nvPicPr>
          <p:cNvPr id="5" name="object 5" descr=""/>
          <p:cNvPicPr/>
          <p:nvPr/>
        </p:nvPicPr>
        <p:blipFill>
          <a:blip r:embed="rId5" cstate="print"/>
          <a:stretch>
            <a:fillRect/>
          </a:stretch>
        </p:blipFill>
        <p:spPr>
          <a:xfrm>
            <a:off x="1635760" y="3129279"/>
            <a:ext cx="284480" cy="447040"/>
          </a:xfrm>
          <a:prstGeom prst="rect">
            <a:avLst/>
          </a:prstGeom>
        </p:spPr>
      </p:pic>
      <p:pic>
        <p:nvPicPr>
          <p:cNvPr id="6" name="object 6" descr=""/>
          <p:cNvPicPr/>
          <p:nvPr/>
        </p:nvPicPr>
        <p:blipFill>
          <a:blip r:embed="rId6" cstate="print"/>
          <a:stretch>
            <a:fillRect/>
          </a:stretch>
        </p:blipFill>
        <p:spPr>
          <a:xfrm>
            <a:off x="3413759" y="3119120"/>
            <a:ext cx="375920" cy="467359"/>
          </a:xfrm>
          <a:prstGeom prst="rect">
            <a:avLst/>
          </a:prstGeom>
        </p:spPr>
      </p:pic>
      <p:pic>
        <p:nvPicPr>
          <p:cNvPr id="7" name="object 7" descr=""/>
          <p:cNvPicPr/>
          <p:nvPr/>
        </p:nvPicPr>
        <p:blipFill>
          <a:blip r:embed="rId7" cstate="print"/>
          <a:stretch>
            <a:fillRect/>
          </a:stretch>
        </p:blipFill>
        <p:spPr>
          <a:xfrm>
            <a:off x="4551679" y="3129279"/>
            <a:ext cx="386079" cy="447040"/>
          </a:xfrm>
          <a:prstGeom prst="rect">
            <a:avLst/>
          </a:prstGeom>
        </p:spPr>
      </p:pic>
      <p:pic>
        <p:nvPicPr>
          <p:cNvPr id="8" name="object 8" descr=""/>
          <p:cNvPicPr/>
          <p:nvPr/>
        </p:nvPicPr>
        <p:blipFill>
          <a:blip r:embed="rId8" cstate="print"/>
          <a:stretch>
            <a:fillRect/>
          </a:stretch>
        </p:blipFill>
        <p:spPr>
          <a:xfrm>
            <a:off x="5069840" y="3129279"/>
            <a:ext cx="314960" cy="447040"/>
          </a:xfrm>
          <a:prstGeom prst="rect">
            <a:avLst/>
          </a:prstGeom>
        </p:spPr>
      </p:pic>
      <p:pic>
        <p:nvPicPr>
          <p:cNvPr id="9" name="object 9" descr=""/>
          <p:cNvPicPr/>
          <p:nvPr/>
        </p:nvPicPr>
        <p:blipFill>
          <a:blip r:embed="rId9" cstate="print"/>
          <a:stretch>
            <a:fillRect/>
          </a:stretch>
        </p:blipFill>
        <p:spPr>
          <a:xfrm>
            <a:off x="5435600" y="3129279"/>
            <a:ext cx="365760" cy="447040"/>
          </a:xfrm>
          <a:prstGeom prst="rect">
            <a:avLst/>
          </a:prstGeom>
        </p:spPr>
      </p:pic>
      <p:pic>
        <p:nvPicPr>
          <p:cNvPr id="10" name="object 10" descr=""/>
          <p:cNvPicPr/>
          <p:nvPr/>
        </p:nvPicPr>
        <p:blipFill>
          <a:blip r:embed="rId10" cstate="print"/>
          <a:stretch>
            <a:fillRect/>
          </a:stretch>
        </p:blipFill>
        <p:spPr>
          <a:xfrm>
            <a:off x="7122159" y="3129279"/>
            <a:ext cx="284479" cy="447040"/>
          </a:xfrm>
          <a:prstGeom prst="rect">
            <a:avLst/>
          </a:prstGeom>
        </p:spPr>
      </p:pic>
      <p:pic>
        <p:nvPicPr>
          <p:cNvPr id="11" name="object 11" descr=""/>
          <p:cNvPicPr/>
          <p:nvPr/>
        </p:nvPicPr>
        <p:blipFill>
          <a:blip r:embed="rId11" cstate="print"/>
          <a:stretch>
            <a:fillRect/>
          </a:stretch>
        </p:blipFill>
        <p:spPr>
          <a:xfrm>
            <a:off x="2865120" y="2397760"/>
            <a:ext cx="284480" cy="447040"/>
          </a:xfrm>
          <a:prstGeom prst="rect">
            <a:avLst/>
          </a:prstGeom>
        </p:spPr>
      </p:pic>
      <p:pic>
        <p:nvPicPr>
          <p:cNvPr id="12" name="object 12" descr=""/>
          <p:cNvPicPr/>
          <p:nvPr/>
        </p:nvPicPr>
        <p:blipFill>
          <a:blip r:embed="rId12" cstate="print"/>
          <a:stretch>
            <a:fillRect/>
          </a:stretch>
        </p:blipFill>
        <p:spPr>
          <a:xfrm>
            <a:off x="3362959" y="2397760"/>
            <a:ext cx="304800" cy="447040"/>
          </a:xfrm>
          <a:prstGeom prst="rect">
            <a:avLst/>
          </a:prstGeom>
        </p:spPr>
      </p:pic>
      <p:pic>
        <p:nvPicPr>
          <p:cNvPr id="13" name="object 13" descr=""/>
          <p:cNvPicPr/>
          <p:nvPr/>
        </p:nvPicPr>
        <p:blipFill>
          <a:blip r:embed="rId13" cstate="print"/>
          <a:stretch>
            <a:fillRect/>
          </a:stretch>
        </p:blipFill>
        <p:spPr>
          <a:xfrm>
            <a:off x="7721600" y="2397760"/>
            <a:ext cx="284479" cy="447040"/>
          </a:xfrm>
          <a:prstGeom prst="rect">
            <a:avLst/>
          </a:prstGeom>
        </p:spPr>
      </p:pic>
      <p:pic>
        <p:nvPicPr>
          <p:cNvPr id="14" name="object 14" descr=""/>
          <p:cNvPicPr/>
          <p:nvPr/>
        </p:nvPicPr>
        <p:blipFill>
          <a:blip r:embed="rId14" cstate="print"/>
          <a:stretch>
            <a:fillRect/>
          </a:stretch>
        </p:blipFill>
        <p:spPr>
          <a:xfrm>
            <a:off x="8056880" y="2387600"/>
            <a:ext cx="294640" cy="467359"/>
          </a:xfrm>
          <a:prstGeom prst="rect">
            <a:avLst/>
          </a:prstGeom>
        </p:spPr>
      </p:pic>
      <p:pic>
        <p:nvPicPr>
          <p:cNvPr id="15" name="object 15" descr=""/>
          <p:cNvPicPr/>
          <p:nvPr/>
        </p:nvPicPr>
        <p:blipFill>
          <a:blip r:embed="rId15" cstate="print"/>
          <a:stretch>
            <a:fillRect/>
          </a:stretch>
        </p:blipFill>
        <p:spPr>
          <a:xfrm>
            <a:off x="10160" y="10160"/>
            <a:ext cx="12181840" cy="640080"/>
          </a:xfrm>
          <a:prstGeom prst="rect">
            <a:avLst/>
          </a:prstGeom>
        </p:spPr>
      </p:pic>
      <p:grpSp>
        <p:nvGrpSpPr>
          <p:cNvPr id="16" name="object 16" descr=""/>
          <p:cNvGrpSpPr/>
          <p:nvPr/>
        </p:nvGrpSpPr>
        <p:grpSpPr>
          <a:xfrm>
            <a:off x="10160" y="853439"/>
            <a:ext cx="12181840" cy="40640"/>
            <a:chOff x="10160" y="853439"/>
            <a:chExt cx="12181840" cy="40640"/>
          </a:xfrm>
        </p:grpSpPr>
        <p:pic>
          <p:nvPicPr>
            <p:cNvPr id="17" name="object 17" descr=""/>
            <p:cNvPicPr/>
            <p:nvPr/>
          </p:nvPicPr>
          <p:blipFill>
            <a:blip r:embed="rId16" cstate="print"/>
            <a:stretch>
              <a:fillRect/>
            </a:stretch>
          </p:blipFill>
          <p:spPr>
            <a:xfrm>
              <a:off x="10160" y="853439"/>
              <a:ext cx="12181840" cy="40639"/>
            </a:xfrm>
            <a:prstGeom prst="rect">
              <a:avLst/>
            </a:prstGeom>
          </p:spPr>
        </p:pic>
        <p:pic>
          <p:nvPicPr>
            <p:cNvPr id="18" name="object 18" descr=""/>
            <p:cNvPicPr/>
            <p:nvPr/>
          </p:nvPicPr>
          <p:blipFill>
            <a:blip r:embed="rId17" cstate="print"/>
            <a:stretch>
              <a:fillRect/>
            </a:stretch>
          </p:blipFill>
          <p:spPr>
            <a:xfrm>
              <a:off x="10160" y="853439"/>
              <a:ext cx="12181840" cy="40639"/>
            </a:xfrm>
            <a:prstGeom prst="rect">
              <a:avLst/>
            </a:prstGeom>
          </p:spPr>
        </p:pic>
      </p:grpSp>
      <p:grpSp>
        <p:nvGrpSpPr>
          <p:cNvPr id="19" name="object 19" descr=""/>
          <p:cNvGrpSpPr/>
          <p:nvPr/>
        </p:nvGrpSpPr>
        <p:grpSpPr>
          <a:xfrm>
            <a:off x="10160" y="1046480"/>
            <a:ext cx="12181840" cy="40640"/>
            <a:chOff x="10160" y="1046480"/>
            <a:chExt cx="12181840" cy="40640"/>
          </a:xfrm>
        </p:grpSpPr>
        <p:pic>
          <p:nvPicPr>
            <p:cNvPr id="20" name="object 20" descr=""/>
            <p:cNvPicPr/>
            <p:nvPr/>
          </p:nvPicPr>
          <p:blipFill>
            <a:blip r:embed="rId18" cstate="print"/>
            <a:stretch>
              <a:fillRect/>
            </a:stretch>
          </p:blipFill>
          <p:spPr>
            <a:xfrm>
              <a:off x="10160" y="1046480"/>
              <a:ext cx="12181840" cy="40639"/>
            </a:xfrm>
            <a:prstGeom prst="rect">
              <a:avLst/>
            </a:prstGeom>
          </p:spPr>
        </p:pic>
        <p:pic>
          <p:nvPicPr>
            <p:cNvPr id="21" name="object 21" descr=""/>
            <p:cNvPicPr/>
            <p:nvPr/>
          </p:nvPicPr>
          <p:blipFill>
            <a:blip r:embed="rId19" cstate="print"/>
            <a:stretch>
              <a:fillRect/>
            </a:stretch>
          </p:blipFill>
          <p:spPr>
            <a:xfrm>
              <a:off x="10160" y="1046480"/>
              <a:ext cx="12181840" cy="40639"/>
            </a:xfrm>
            <a:prstGeom prst="rect">
              <a:avLst/>
            </a:prstGeom>
          </p:spPr>
        </p:pic>
      </p:grpSp>
      <p:grpSp>
        <p:nvGrpSpPr>
          <p:cNvPr id="22" name="object 22" descr=""/>
          <p:cNvGrpSpPr/>
          <p:nvPr/>
        </p:nvGrpSpPr>
        <p:grpSpPr>
          <a:xfrm>
            <a:off x="10160" y="1981200"/>
            <a:ext cx="12181840" cy="40640"/>
            <a:chOff x="10160" y="1981200"/>
            <a:chExt cx="12181840" cy="40640"/>
          </a:xfrm>
        </p:grpSpPr>
        <p:pic>
          <p:nvPicPr>
            <p:cNvPr id="23" name="object 23" descr=""/>
            <p:cNvPicPr/>
            <p:nvPr/>
          </p:nvPicPr>
          <p:blipFill>
            <a:blip r:embed="rId20" cstate="print"/>
            <a:stretch>
              <a:fillRect/>
            </a:stretch>
          </p:blipFill>
          <p:spPr>
            <a:xfrm>
              <a:off x="10160" y="1981200"/>
              <a:ext cx="12181840" cy="40639"/>
            </a:xfrm>
            <a:prstGeom prst="rect">
              <a:avLst/>
            </a:prstGeom>
          </p:spPr>
        </p:pic>
        <p:pic>
          <p:nvPicPr>
            <p:cNvPr id="24" name="object 24" descr=""/>
            <p:cNvPicPr/>
            <p:nvPr/>
          </p:nvPicPr>
          <p:blipFill>
            <a:blip r:embed="rId21" cstate="print"/>
            <a:stretch>
              <a:fillRect/>
            </a:stretch>
          </p:blipFill>
          <p:spPr>
            <a:xfrm>
              <a:off x="10160" y="1981200"/>
              <a:ext cx="12181840" cy="40639"/>
            </a:xfrm>
            <a:prstGeom prst="rect">
              <a:avLst/>
            </a:prstGeom>
          </p:spPr>
        </p:pic>
      </p:grpSp>
      <p:sp>
        <p:nvSpPr>
          <p:cNvPr id="25" name="object 25" descr=""/>
          <p:cNvSpPr/>
          <p:nvPr/>
        </p:nvSpPr>
        <p:spPr>
          <a:xfrm>
            <a:off x="2052320" y="2397760"/>
            <a:ext cx="701040" cy="436880"/>
          </a:xfrm>
          <a:custGeom>
            <a:avLst/>
            <a:gdLst/>
            <a:ahLst/>
            <a:cxnLst/>
            <a:rect l="l" t="t" r="r" b="b"/>
            <a:pathLst>
              <a:path w="701039" h="436880">
                <a:moveTo>
                  <a:pt x="701040" y="436880"/>
                </a:moveTo>
                <a:lnTo>
                  <a:pt x="0" y="436880"/>
                </a:lnTo>
                <a:lnTo>
                  <a:pt x="0" y="0"/>
                </a:lnTo>
                <a:lnTo>
                  <a:pt x="701040" y="0"/>
                </a:lnTo>
                <a:lnTo>
                  <a:pt x="701040" y="436880"/>
                </a:lnTo>
                <a:close/>
              </a:path>
            </a:pathLst>
          </a:custGeom>
          <a:solidFill>
            <a:srgbClr val="494949"/>
          </a:solidFill>
        </p:spPr>
        <p:txBody>
          <a:bodyPr wrap="square" lIns="0" tIns="0" rIns="0" bIns="0" rtlCol="0"/>
          <a:lstStyle/>
          <a:p/>
        </p:txBody>
      </p:sp>
      <p:grpSp>
        <p:nvGrpSpPr>
          <p:cNvPr id="26" name="object 26" descr=""/>
          <p:cNvGrpSpPr/>
          <p:nvPr/>
        </p:nvGrpSpPr>
        <p:grpSpPr>
          <a:xfrm>
            <a:off x="2001520" y="3129279"/>
            <a:ext cx="81280" cy="447040"/>
            <a:chOff x="2001520" y="3129279"/>
            <a:chExt cx="81280" cy="447040"/>
          </a:xfrm>
        </p:grpSpPr>
        <p:pic>
          <p:nvPicPr>
            <p:cNvPr id="27" name="object 27" descr=""/>
            <p:cNvPicPr/>
            <p:nvPr/>
          </p:nvPicPr>
          <p:blipFill>
            <a:blip r:embed="rId22" cstate="print"/>
            <a:stretch>
              <a:fillRect/>
            </a:stretch>
          </p:blipFill>
          <p:spPr>
            <a:xfrm>
              <a:off x="2011680" y="3139439"/>
              <a:ext cx="60960" cy="426719"/>
            </a:xfrm>
            <a:prstGeom prst="rect">
              <a:avLst/>
            </a:prstGeom>
          </p:spPr>
        </p:pic>
        <p:pic>
          <p:nvPicPr>
            <p:cNvPr id="28" name="object 28" descr=""/>
            <p:cNvPicPr/>
            <p:nvPr/>
          </p:nvPicPr>
          <p:blipFill>
            <a:blip r:embed="rId23" cstate="print"/>
            <a:stretch>
              <a:fillRect/>
            </a:stretch>
          </p:blipFill>
          <p:spPr>
            <a:xfrm>
              <a:off x="2001520" y="3129279"/>
              <a:ext cx="81280" cy="447040"/>
            </a:xfrm>
            <a:prstGeom prst="rect">
              <a:avLst/>
            </a:prstGeom>
          </p:spPr>
        </p:pic>
      </p:grpSp>
      <p:sp>
        <p:nvSpPr>
          <p:cNvPr id="29" name="object 29" descr=""/>
          <p:cNvSpPr/>
          <p:nvPr/>
        </p:nvSpPr>
        <p:spPr>
          <a:xfrm>
            <a:off x="2184400" y="3119120"/>
            <a:ext cx="1148080" cy="457200"/>
          </a:xfrm>
          <a:custGeom>
            <a:avLst/>
            <a:gdLst/>
            <a:ahLst/>
            <a:cxnLst/>
            <a:rect l="l" t="t" r="r" b="b"/>
            <a:pathLst>
              <a:path w="1148079" h="457200">
                <a:moveTo>
                  <a:pt x="1148080" y="457200"/>
                </a:moveTo>
                <a:lnTo>
                  <a:pt x="0" y="457200"/>
                </a:lnTo>
                <a:lnTo>
                  <a:pt x="0" y="0"/>
                </a:lnTo>
                <a:lnTo>
                  <a:pt x="1148080" y="0"/>
                </a:lnTo>
                <a:lnTo>
                  <a:pt x="1148080" y="457200"/>
                </a:lnTo>
                <a:close/>
              </a:path>
            </a:pathLst>
          </a:custGeom>
          <a:solidFill>
            <a:srgbClr val="494949"/>
          </a:solidFill>
        </p:spPr>
        <p:txBody>
          <a:bodyPr wrap="square" lIns="0" tIns="0" rIns="0" bIns="0" rtlCol="0"/>
          <a:lstStyle/>
          <a:p/>
        </p:txBody>
      </p:sp>
      <p:sp>
        <p:nvSpPr>
          <p:cNvPr id="30" name="object 30" descr=""/>
          <p:cNvSpPr/>
          <p:nvPr/>
        </p:nvSpPr>
        <p:spPr>
          <a:xfrm>
            <a:off x="3738879" y="2387600"/>
            <a:ext cx="934719" cy="457200"/>
          </a:xfrm>
          <a:custGeom>
            <a:avLst/>
            <a:gdLst/>
            <a:ahLst/>
            <a:cxnLst/>
            <a:rect l="l" t="t" r="r" b="b"/>
            <a:pathLst>
              <a:path w="934720" h="457200">
                <a:moveTo>
                  <a:pt x="934719" y="457200"/>
                </a:moveTo>
                <a:lnTo>
                  <a:pt x="0" y="457200"/>
                </a:lnTo>
                <a:lnTo>
                  <a:pt x="0" y="0"/>
                </a:lnTo>
                <a:lnTo>
                  <a:pt x="934719" y="0"/>
                </a:lnTo>
                <a:lnTo>
                  <a:pt x="934719" y="457200"/>
                </a:lnTo>
                <a:close/>
              </a:path>
            </a:pathLst>
          </a:custGeom>
          <a:solidFill>
            <a:srgbClr val="484848"/>
          </a:solidFill>
        </p:spPr>
        <p:txBody>
          <a:bodyPr wrap="square" lIns="0" tIns="0" rIns="0" bIns="0" rtlCol="0"/>
          <a:lstStyle/>
          <a:p/>
        </p:txBody>
      </p:sp>
      <p:sp>
        <p:nvSpPr>
          <p:cNvPr id="31" name="object 31" descr=""/>
          <p:cNvSpPr/>
          <p:nvPr/>
        </p:nvSpPr>
        <p:spPr>
          <a:xfrm>
            <a:off x="3840479" y="3129279"/>
            <a:ext cx="619760" cy="436880"/>
          </a:xfrm>
          <a:custGeom>
            <a:avLst/>
            <a:gdLst/>
            <a:ahLst/>
            <a:cxnLst/>
            <a:rect l="l" t="t" r="r" b="b"/>
            <a:pathLst>
              <a:path w="619760" h="436879">
                <a:moveTo>
                  <a:pt x="619760" y="436880"/>
                </a:moveTo>
                <a:lnTo>
                  <a:pt x="0" y="436880"/>
                </a:lnTo>
                <a:lnTo>
                  <a:pt x="0" y="0"/>
                </a:lnTo>
                <a:lnTo>
                  <a:pt x="619760" y="0"/>
                </a:lnTo>
                <a:lnTo>
                  <a:pt x="619760" y="436880"/>
                </a:lnTo>
                <a:close/>
              </a:path>
            </a:pathLst>
          </a:custGeom>
          <a:solidFill>
            <a:srgbClr val="363636"/>
          </a:solidFill>
        </p:spPr>
        <p:txBody>
          <a:bodyPr wrap="square" lIns="0" tIns="0" rIns="0" bIns="0" rtlCol="0"/>
          <a:lstStyle/>
          <a:p/>
        </p:txBody>
      </p:sp>
      <p:sp>
        <p:nvSpPr>
          <p:cNvPr id="32" name="object 32" descr=""/>
          <p:cNvSpPr txBox="1"/>
          <p:nvPr/>
        </p:nvSpPr>
        <p:spPr>
          <a:xfrm>
            <a:off x="2132634" y="2895600"/>
            <a:ext cx="2348230" cy="802640"/>
          </a:xfrm>
          <a:prstGeom prst="rect">
            <a:avLst/>
          </a:prstGeom>
        </p:spPr>
        <p:txBody>
          <a:bodyPr wrap="square" lIns="0" tIns="12700" rIns="0" bIns="0" rtlCol="0" vert="horz">
            <a:spAutoFit/>
          </a:bodyPr>
          <a:lstStyle/>
          <a:p>
            <a:pPr marL="12700">
              <a:lnSpc>
                <a:spcPct val="100000"/>
              </a:lnSpc>
              <a:spcBef>
                <a:spcPts val="100"/>
              </a:spcBef>
              <a:tabLst>
                <a:tab pos="1703070" algn="l"/>
              </a:tabLst>
            </a:pPr>
            <a:r>
              <a:rPr dirty="0" sz="5100" spc="-450">
                <a:solidFill>
                  <a:srgbClr val="FFFFFF"/>
                </a:solidFill>
                <a:latin typeface="Arial"/>
                <a:cs typeface="Arial"/>
              </a:rPr>
              <a:t>NVE</a:t>
            </a:r>
            <a:r>
              <a:rPr dirty="0" sz="5100">
                <a:solidFill>
                  <a:srgbClr val="FFFFFF"/>
                </a:solidFill>
                <a:latin typeface="Arial"/>
                <a:cs typeface="Arial"/>
              </a:rPr>
              <a:t>	</a:t>
            </a:r>
            <a:r>
              <a:rPr dirty="0" sz="5000" spc="-735">
                <a:solidFill>
                  <a:srgbClr val="FFFFFF"/>
                </a:solidFill>
                <a:latin typeface="Arial"/>
                <a:cs typeface="Arial"/>
              </a:rPr>
              <a:t>TE</a:t>
            </a:r>
            <a:endParaRPr sz="5000">
              <a:latin typeface="Arial"/>
              <a:cs typeface="Arial"/>
            </a:endParaRPr>
          </a:p>
        </p:txBody>
      </p:sp>
      <p:sp>
        <p:nvSpPr>
          <p:cNvPr id="33" name="object 33" descr=""/>
          <p:cNvSpPr/>
          <p:nvPr/>
        </p:nvSpPr>
        <p:spPr>
          <a:xfrm>
            <a:off x="4826000" y="2387600"/>
            <a:ext cx="1402080" cy="457200"/>
          </a:xfrm>
          <a:custGeom>
            <a:avLst/>
            <a:gdLst/>
            <a:ahLst/>
            <a:cxnLst/>
            <a:rect l="l" t="t" r="r" b="b"/>
            <a:pathLst>
              <a:path w="1402079" h="457200">
                <a:moveTo>
                  <a:pt x="1402080" y="457200"/>
                </a:moveTo>
                <a:lnTo>
                  <a:pt x="0" y="457200"/>
                </a:lnTo>
                <a:lnTo>
                  <a:pt x="0" y="0"/>
                </a:lnTo>
                <a:lnTo>
                  <a:pt x="1402080" y="0"/>
                </a:lnTo>
                <a:lnTo>
                  <a:pt x="1402080" y="457200"/>
                </a:lnTo>
                <a:close/>
              </a:path>
            </a:pathLst>
          </a:custGeom>
          <a:solidFill>
            <a:srgbClr val="494949"/>
          </a:solidFill>
        </p:spPr>
        <p:txBody>
          <a:bodyPr wrap="square" lIns="0" tIns="0" rIns="0" bIns="0" rtlCol="0"/>
          <a:lstStyle/>
          <a:p/>
        </p:txBody>
      </p:sp>
      <p:sp>
        <p:nvSpPr>
          <p:cNvPr id="34" name="object 34" descr=""/>
          <p:cNvSpPr txBox="1"/>
          <p:nvPr/>
        </p:nvSpPr>
        <p:spPr>
          <a:xfrm>
            <a:off x="2036197" y="2164079"/>
            <a:ext cx="3767454" cy="802640"/>
          </a:xfrm>
          <a:prstGeom prst="rect">
            <a:avLst/>
          </a:prstGeom>
        </p:spPr>
        <p:txBody>
          <a:bodyPr wrap="square" lIns="0" tIns="12700" rIns="0" bIns="0" rtlCol="0" vert="horz">
            <a:spAutoFit/>
          </a:bodyPr>
          <a:lstStyle/>
          <a:p>
            <a:pPr marL="12700">
              <a:lnSpc>
                <a:spcPct val="100000"/>
              </a:lnSpc>
              <a:spcBef>
                <a:spcPts val="100"/>
              </a:spcBef>
              <a:tabLst>
                <a:tab pos="1661160" algn="l"/>
              </a:tabLst>
            </a:pPr>
            <a:r>
              <a:rPr dirty="0" sz="4650" spc="-280">
                <a:solidFill>
                  <a:srgbClr val="FFFFFF"/>
                </a:solidFill>
                <a:latin typeface="Arial"/>
                <a:cs typeface="Arial"/>
              </a:rPr>
              <a:t>TH</a:t>
            </a:r>
            <a:r>
              <a:rPr dirty="0" sz="4650">
                <a:solidFill>
                  <a:srgbClr val="FFFFFF"/>
                </a:solidFill>
                <a:latin typeface="Arial"/>
                <a:cs typeface="Arial"/>
              </a:rPr>
              <a:t>	</a:t>
            </a:r>
            <a:r>
              <a:rPr dirty="0" sz="5100" spc="-830">
                <a:solidFill>
                  <a:srgbClr val="FFFFFF"/>
                </a:solidFill>
                <a:latin typeface="Arial"/>
                <a:cs typeface="Arial"/>
              </a:rPr>
              <a:t>EST</a:t>
            </a:r>
            <a:r>
              <a:rPr dirty="0" sz="5100" spc="-120">
                <a:solidFill>
                  <a:srgbClr val="FFFFFF"/>
                </a:solidFill>
                <a:latin typeface="Arial"/>
                <a:cs typeface="Arial"/>
              </a:rPr>
              <a:t> </a:t>
            </a:r>
            <a:r>
              <a:rPr dirty="0" sz="4850" spc="-795">
                <a:solidFill>
                  <a:srgbClr val="FFFFFF"/>
                </a:solidFill>
                <a:latin typeface="Calibri"/>
                <a:cs typeface="Calibri"/>
              </a:rPr>
              <a:t>COM</a:t>
            </a:r>
            <a:endParaRPr sz="4850">
              <a:latin typeface="Calibri"/>
              <a:cs typeface="Calibri"/>
            </a:endParaRPr>
          </a:p>
        </p:txBody>
      </p:sp>
      <p:sp>
        <p:nvSpPr>
          <p:cNvPr id="35" name="object 35" descr=""/>
          <p:cNvSpPr/>
          <p:nvPr/>
        </p:nvSpPr>
        <p:spPr>
          <a:xfrm>
            <a:off x="6309359" y="2387600"/>
            <a:ext cx="1127760" cy="457200"/>
          </a:xfrm>
          <a:custGeom>
            <a:avLst/>
            <a:gdLst/>
            <a:ahLst/>
            <a:cxnLst/>
            <a:rect l="l" t="t" r="r" b="b"/>
            <a:pathLst>
              <a:path w="1127759" h="457200">
                <a:moveTo>
                  <a:pt x="1127760" y="457200"/>
                </a:moveTo>
                <a:lnTo>
                  <a:pt x="0" y="457200"/>
                </a:lnTo>
                <a:lnTo>
                  <a:pt x="0" y="0"/>
                </a:lnTo>
                <a:lnTo>
                  <a:pt x="1127760" y="0"/>
                </a:lnTo>
                <a:lnTo>
                  <a:pt x="1127760" y="457200"/>
                </a:lnTo>
                <a:close/>
              </a:path>
            </a:pathLst>
          </a:custGeom>
          <a:solidFill>
            <a:srgbClr val="3D5056"/>
          </a:solidFill>
        </p:spPr>
        <p:txBody>
          <a:bodyPr wrap="square" lIns="0" tIns="0" rIns="0" bIns="0" rtlCol="0"/>
          <a:lstStyle/>
          <a:p/>
        </p:txBody>
      </p:sp>
      <p:sp>
        <p:nvSpPr>
          <p:cNvPr id="36" name="object 36" descr=""/>
          <p:cNvSpPr/>
          <p:nvPr/>
        </p:nvSpPr>
        <p:spPr>
          <a:xfrm>
            <a:off x="5902959" y="3119120"/>
            <a:ext cx="1137920" cy="457200"/>
          </a:xfrm>
          <a:custGeom>
            <a:avLst/>
            <a:gdLst/>
            <a:ahLst/>
            <a:cxnLst/>
            <a:rect l="l" t="t" r="r" b="b"/>
            <a:pathLst>
              <a:path w="1137920" h="457200">
                <a:moveTo>
                  <a:pt x="1137920" y="457200"/>
                </a:moveTo>
                <a:lnTo>
                  <a:pt x="0" y="457200"/>
                </a:lnTo>
                <a:lnTo>
                  <a:pt x="0" y="0"/>
                </a:lnTo>
                <a:lnTo>
                  <a:pt x="1137920" y="0"/>
                </a:lnTo>
                <a:lnTo>
                  <a:pt x="1137920" y="457200"/>
                </a:lnTo>
                <a:close/>
              </a:path>
            </a:pathLst>
          </a:custGeom>
          <a:solidFill>
            <a:srgbClr val="3B3B3B"/>
          </a:solidFill>
        </p:spPr>
        <p:txBody>
          <a:bodyPr wrap="square" lIns="0" tIns="0" rIns="0" bIns="0" rtlCol="0"/>
          <a:lstStyle/>
          <a:p/>
        </p:txBody>
      </p:sp>
      <p:grpSp>
        <p:nvGrpSpPr>
          <p:cNvPr id="37" name="object 37" descr=""/>
          <p:cNvGrpSpPr/>
          <p:nvPr/>
        </p:nvGrpSpPr>
        <p:grpSpPr>
          <a:xfrm>
            <a:off x="7548880" y="2397760"/>
            <a:ext cx="81280" cy="447040"/>
            <a:chOff x="7548880" y="2397760"/>
            <a:chExt cx="81280" cy="447040"/>
          </a:xfrm>
        </p:grpSpPr>
        <p:pic>
          <p:nvPicPr>
            <p:cNvPr id="38" name="object 38" descr=""/>
            <p:cNvPicPr/>
            <p:nvPr/>
          </p:nvPicPr>
          <p:blipFill>
            <a:blip r:embed="rId24" cstate="print"/>
            <a:stretch>
              <a:fillRect/>
            </a:stretch>
          </p:blipFill>
          <p:spPr>
            <a:xfrm>
              <a:off x="7559040" y="2407920"/>
              <a:ext cx="60959" cy="426719"/>
            </a:xfrm>
            <a:prstGeom prst="rect">
              <a:avLst/>
            </a:prstGeom>
          </p:spPr>
        </p:pic>
        <p:pic>
          <p:nvPicPr>
            <p:cNvPr id="39" name="object 39" descr=""/>
            <p:cNvPicPr/>
            <p:nvPr/>
          </p:nvPicPr>
          <p:blipFill>
            <a:blip r:embed="rId25" cstate="print"/>
            <a:stretch>
              <a:fillRect/>
            </a:stretch>
          </p:blipFill>
          <p:spPr>
            <a:xfrm>
              <a:off x="7548880" y="2397760"/>
              <a:ext cx="81279" cy="447040"/>
            </a:xfrm>
            <a:prstGeom prst="rect">
              <a:avLst/>
            </a:prstGeom>
          </p:spPr>
        </p:pic>
      </p:grpSp>
      <p:sp>
        <p:nvSpPr>
          <p:cNvPr id="40" name="object 40" descr=""/>
          <p:cNvSpPr/>
          <p:nvPr/>
        </p:nvSpPr>
        <p:spPr>
          <a:xfrm>
            <a:off x="8544559" y="2387600"/>
            <a:ext cx="1554480" cy="457200"/>
          </a:xfrm>
          <a:custGeom>
            <a:avLst/>
            <a:gdLst/>
            <a:ahLst/>
            <a:cxnLst/>
            <a:rect l="l" t="t" r="r" b="b"/>
            <a:pathLst>
              <a:path w="1554479" h="457200">
                <a:moveTo>
                  <a:pt x="1554480" y="457200"/>
                </a:moveTo>
                <a:lnTo>
                  <a:pt x="0" y="457200"/>
                </a:lnTo>
                <a:lnTo>
                  <a:pt x="0" y="0"/>
                </a:lnTo>
                <a:lnTo>
                  <a:pt x="1554480" y="0"/>
                </a:lnTo>
                <a:lnTo>
                  <a:pt x="1554480" y="457200"/>
                </a:lnTo>
                <a:close/>
              </a:path>
            </a:pathLst>
          </a:custGeom>
          <a:solidFill>
            <a:srgbClr val="667E87"/>
          </a:solidFill>
        </p:spPr>
        <p:txBody>
          <a:bodyPr wrap="square" lIns="0" tIns="0" rIns="0" bIns="0" rtlCol="0"/>
          <a:lstStyle/>
          <a:p/>
        </p:txBody>
      </p:sp>
      <p:sp>
        <p:nvSpPr>
          <p:cNvPr id="41" name="object 41"/>
          <p:cNvSpPr txBox="1">
            <a:spLocks noGrp="1"/>
          </p:cNvSpPr>
          <p:nvPr>
            <p:ph type="title"/>
          </p:nvPr>
        </p:nvSpPr>
        <p:spPr>
          <a:xfrm>
            <a:off x="6255969" y="2145029"/>
            <a:ext cx="3853179" cy="825500"/>
          </a:xfrm>
          <a:prstGeom prst="rect"/>
        </p:spPr>
        <p:txBody>
          <a:bodyPr wrap="square" lIns="0" tIns="12700" rIns="0" bIns="0" rtlCol="0" vert="horz">
            <a:spAutoFit/>
          </a:bodyPr>
          <a:lstStyle/>
          <a:p>
            <a:pPr marL="12700">
              <a:lnSpc>
                <a:spcPct val="100000"/>
              </a:lnSpc>
              <a:spcBef>
                <a:spcPts val="100"/>
              </a:spcBef>
              <a:tabLst>
                <a:tab pos="2244090" algn="l"/>
              </a:tabLst>
            </a:pPr>
            <a:r>
              <a:rPr dirty="0" sz="5200" spc="-530"/>
              <a:t>PAN</a:t>
            </a:r>
            <a:r>
              <a:rPr dirty="0" sz="5200"/>
              <a:t>	</a:t>
            </a:r>
            <a:r>
              <a:rPr dirty="0" sz="5250" spc="-455"/>
              <a:t>HAVE</a:t>
            </a:r>
            <a:endParaRPr sz="5250"/>
          </a:p>
        </p:txBody>
      </p:sp>
      <p:sp>
        <p:nvSpPr>
          <p:cNvPr id="42" name="object 42" descr=""/>
          <p:cNvSpPr/>
          <p:nvPr/>
        </p:nvSpPr>
        <p:spPr>
          <a:xfrm>
            <a:off x="7477759" y="3119120"/>
            <a:ext cx="3515360" cy="457200"/>
          </a:xfrm>
          <a:custGeom>
            <a:avLst/>
            <a:gdLst/>
            <a:ahLst/>
            <a:cxnLst/>
            <a:rect l="l" t="t" r="r" b="b"/>
            <a:pathLst>
              <a:path w="3515359" h="457200">
                <a:moveTo>
                  <a:pt x="3515360" y="457200"/>
                </a:moveTo>
                <a:lnTo>
                  <a:pt x="0" y="457200"/>
                </a:lnTo>
                <a:lnTo>
                  <a:pt x="0" y="0"/>
                </a:lnTo>
                <a:lnTo>
                  <a:pt x="3515360" y="0"/>
                </a:lnTo>
                <a:lnTo>
                  <a:pt x="3515360" y="457200"/>
                </a:lnTo>
                <a:close/>
              </a:path>
            </a:pathLst>
          </a:custGeom>
          <a:solidFill>
            <a:srgbClr val="364449"/>
          </a:solidFill>
        </p:spPr>
        <p:txBody>
          <a:bodyPr wrap="square" lIns="0" tIns="0" rIns="0" bIns="0" rtlCol="0"/>
          <a:lstStyle/>
          <a:p/>
        </p:txBody>
      </p:sp>
      <p:sp>
        <p:nvSpPr>
          <p:cNvPr id="43" name="object 43" descr=""/>
          <p:cNvSpPr txBox="1"/>
          <p:nvPr/>
        </p:nvSpPr>
        <p:spPr>
          <a:xfrm>
            <a:off x="5846023" y="2876550"/>
            <a:ext cx="5121910" cy="825500"/>
          </a:xfrm>
          <a:prstGeom prst="rect">
            <a:avLst/>
          </a:prstGeom>
        </p:spPr>
        <p:txBody>
          <a:bodyPr wrap="square" lIns="0" tIns="12700" rIns="0" bIns="0" rtlCol="0" vert="horz">
            <a:spAutoFit/>
          </a:bodyPr>
          <a:lstStyle/>
          <a:p>
            <a:pPr marL="12700">
              <a:lnSpc>
                <a:spcPct val="100000"/>
              </a:lnSpc>
              <a:spcBef>
                <a:spcPts val="100"/>
              </a:spcBef>
              <a:tabLst>
                <a:tab pos="1592580" algn="l"/>
                <a:tab pos="3461385" algn="l"/>
              </a:tabLst>
            </a:pPr>
            <a:r>
              <a:rPr dirty="0" sz="5100" spc="-25">
                <a:solidFill>
                  <a:srgbClr val="FFFFFF"/>
                </a:solidFill>
                <a:latin typeface="Calibri"/>
                <a:cs typeface="Calibri"/>
              </a:rPr>
              <a:t>EMS</a:t>
            </a:r>
            <a:r>
              <a:rPr dirty="0" sz="5100">
                <a:solidFill>
                  <a:srgbClr val="FFFFFF"/>
                </a:solidFill>
                <a:latin typeface="Calibri"/>
                <a:cs typeface="Calibri"/>
              </a:rPr>
              <a:t>	</a:t>
            </a:r>
            <a:r>
              <a:rPr dirty="0" sz="5250" spc="-765">
                <a:solidFill>
                  <a:srgbClr val="FFFFFF"/>
                </a:solidFill>
                <a:latin typeface="Arial"/>
                <a:cs typeface="Arial"/>
              </a:rPr>
              <a:t>LVES</a:t>
            </a:r>
            <a:r>
              <a:rPr dirty="0" sz="5250">
                <a:solidFill>
                  <a:srgbClr val="FFFFFF"/>
                </a:solidFill>
                <a:latin typeface="Arial"/>
                <a:cs typeface="Arial"/>
              </a:rPr>
              <a:t>	</a:t>
            </a:r>
            <a:r>
              <a:rPr dirty="0" sz="5250" spc="-645">
                <a:solidFill>
                  <a:srgbClr val="FFFFFF"/>
                </a:solidFill>
                <a:latin typeface="Arial"/>
                <a:cs typeface="Arial"/>
              </a:rPr>
              <a:t>AWAY</a:t>
            </a:r>
            <a:endParaRPr sz="5250">
              <a:latin typeface="Arial"/>
              <a:cs typeface="Arial"/>
            </a:endParaRPr>
          </a:p>
        </p:txBody>
      </p:sp>
      <p:sp>
        <p:nvSpPr>
          <p:cNvPr id="44" name="object 44" descr=""/>
          <p:cNvSpPr/>
          <p:nvPr/>
        </p:nvSpPr>
        <p:spPr>
          <a:xfrm>
            <a:off x="3586479" y="3850640"/>
            <a:ext cx="5039360" cy="457200"/>
          </a:xfrm>
          <a:custGeom>
            <a:avLst/>
            <a:gdLst/>
            <a:ahLst/>
            <a:cxnLst/>
            <a:rect l="l" t="t" r="r" b="b"/>
            <a:pathLst>
              <a:path w="5039359" h="457200">
                <a:moveTo>
                  <a:pt x="5039360" y="457200"/>
                </a:moveTo>
                <a:lnTo>
                  <a:pt x="0" y="457200"/>
                </a:lnTo>
                <a:lnTo>
                  <a:pt x="0" y="0"/>
                </a:lnTo>
                <a:lnTo>
                  <a:pt x="5039360" y="0"/>
                </a:lnTo>
                <a:lnTo>
                  <a:pt x="5039360" y="457200"/>
                </a:lnTo>
                <a:close/>
              </a:path>
            </a:pathLst>
          </a:custGeom>
          <a:solidFill>
            <a:srgbClr val="494949"/>
          </a:solidFill>
        </p:spPr>
        <p:txBody>
          <a:bodyPr wrap="square" lIns="0" tIns="0" rIns="0" bIns="0" rtlCol="0"/>
          <a:lstStyle/>
          <a:p/>
        </p:txBody>
      </p:sp>
      <p:sp>
        <p:nvSpPr>
          <p:cNvPr id="45" name="object 45" descr=""/>
          <p:cNvSpPr txBox="1"/>
          <p:nvPr/>
        </p:nvSpPr>
        <p:spPr>
          <a:xfrm>
            <a:off x="3531870" y="3639820"/>
            <a:ext cx="5034280" cy="787400"/>
          </a:xfrm>
          <a:prstGeom prst="rect">
            <a:avLst/>
          </a:prstGeom>
        </p:spPr>
        <p:txBody>
          <a:bodyPr wrap="square" lIns="0" tIns="12700" rIns="0" bIns="0" rtlCol="0" vert="horz">
            <a:spAutoFit/>
          </a:bodyPr>
          <a:lstStyle/>
          <a:p>
            <a:pPr marL="12700">
              <a:lnSpc>
                <a:spcPct val="100000"/>
              </a:lnSpc>
              <a:spcBef>
                <a:spcPts val="100"/>
              </a:spcBef>
            </a:pPr>
            <a:r>
              <a:rPr dirty="0" sz="5000" spc="-260">
                <a:solidFill>
                  <a:srgbClr val="FFFFFF"/>
                </a:solidFill>
                <a:latin typeface="Arial"/>
                <a:cs typeface="Arial"/>
              </a:rPr>
              <a:t>FROM</a:t>
            </a:r>
            <a:r>
              <a:rPr dirty="0" sz="5000" spc="-5">
                <a:solidFill>
                  <a:srgbClr val="FFFFFF"/>
                </a:solidFill>
                <a:latin typeface="Arial"/>
                <a:cs typeface="Arial"/>
              </a:rPr>
              <a:t> </a:t>
            </a:r>
            <a:r>
              <a:rPr dirty="0" sz="5000" spc="-509">
                <a:solidFill>
                  <a:srgbClr val="FFFFFF"/>
                </a:solidFill>
                <a:latin typeface="Arial"/>
                <a:cs typeface="Arial"/>
              </a:rPr>
              <a:t>PRODUCTS</a:t>
            </a:r>
            <a:endParaRPr sz="5000">
              <a:latin typeface="Arial"/>
              <a:cs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10160" y="6156960"/>
            <a:ext cx="12181840" cy="355600"/>
          </a:xfrm>
          <a:prstGeom prst="rect">
            <a:avLst/>
          </a:prstGeom>
        </p:spPr>
      </p:pic>
      <p:pic>
        <p:nvPicPr>
          <p:cNvPr id="3" name="object 3" descr=""/>
          <p:cNvPicPr/>
          <p:nvPr/>
        </p:nvPicPr>
        <p:blipFill>
          <a:blip r:embed="rId3" cstate="print"/>
          <a:stretch>
            <a:fillRect/>
          </a:stretch>
        </p:blipFill>
        <p:spPr>
          <a:xfrm>
            <a:off x="10160" y="1381760"/>
            <a:ext cx="12181840" cy="568959"/>
          </a:xfrm>
          <a:prstGeom prst="rect">
            <a:avLst/>
          </a:prstGeom>
        </p:spPr>
      </p:pic>
      <p:sp>
        <p:nvSpPr>
          <p:cNvPr id="4" name="object 4" descr=""/>
          <p:cNvSpPr/>
          <p:nvPr/>
        </p:nvSpPr>
        <p:spPr>
          <a:xfrm>
            <a:off x="2275839" y="2123439"/>
            <a:ext cx="7660640" cy="457200"/>
          </a:xfrm>
          <a:custGeom>
            <a:avLst/>
            <a:gdLst/>
            <a:ahLst/>
            <a:cxnLst/>
            <a:rect l="l" t="t" r="r" b="b"/>
            <a:pathLst>
              <a:path w="7660640" h="457200">
                <a:moveTo>
                  <a:pt x="7660640" y="457200"/>
                </a:moveTo>
                <a:lnTo>
                  <a:pt x="0" y="457200"/>
                </a:lnTo>
                <a:lnTo>
                  <a:pt x="0" y="0"/>
                </a:lnTo>
                <a:lnTo>
                  <a:pt x="7660640" y="0"/>
                </a:lnTo>
                <a:lnTo>
                  <a:pt x="7660640" y="457200"/>
                </a:lnTo>
                <a:close/>
              </a:path>
            </a:pathLst>
          </a:custGeom>
          <a:solidFill>
            <a:srgbClr val="34465D"/>
          </a:solidFill>
        </p:spPr>
        <p:txBody>
          <a:bodyPr wrap="square" lIns="0" tIns="0" rIns="0" bIns="0" rtlCol="0"/>
          <a:lstStyle/>
          <a:p/>
        </p:txBody>
      </p:sp>
      <p:sp>
        <p:nvSpPr>
          <p:cNvPr id="5" name="object 5"/>
          <p:cNvSpPr txBox="1">
            <a:spLocks noGrp="1"/>
          </p:cNvSpPr>
          <p:nvPr>
            <p:ph type="title"/>
          </p:nvPr>
        </p:nvSpPr>
        <p:spPr>
          <a:xfrm>
            <a:off x="2220709" y="1906270"/>
            <a:ext cx="7688580" cy="795020"/>
          </a:xfrm>
          <a:prstGeom prst="rect"/>
        </p:spPr>
        <p:txBody>
          <a:bodyPr wrap="square" lIns="0" tIns="12700" rIns="0" bIns="0" rtlCol="0" vert="horz">
            <a:spAutoFit/>
          </a:bodyPr>
          <a:lstStyle/>
          <a:p>
            <a:pPr marL="12700">
              <a:lnSpc>
                <a:spcPct val="100000"/>
              </a:lnSpc>
              <a:spcBef>
                <a:spcPts val="100"/>
              </a:spcBef>
            </a:pPr>
            <a:r>
              <a:rPr dirty="0" sz="5050" spc="-459"/>
              <a:t>FORTUNE</a:t>
            </a:r>
            <a:r>
              <a:rPr dirty="0" sz="5050" spc="260"/>
              <a:t> </a:t>
            </a:r>
            <a:r>
              <a:rPr dirty="0" sz="5050" spc="-10"/>
              <a:t>500</a:t>
            </a:r>
            <a:r>
              <a:rPr dirty="0" sz="5050" spc="-195"/>
              <a:t> </a:t>
            </a:r>
            <a:r>
              <a:rPr dirty="0" sz="5050" spc="-320"/>
              <a:t>COMPANIES</a:t>
            </a:r>
            <a:endParaRPr sz="5050"/>
          </a:p>
        </p:txBody>
      </p:sp>
      <p:sp>
        <p:nvSpPr>
          <p:cNvPr id="6" name="object 6" descr=""/>
          <p:cNvSpPr/>
          <p:nvPr/>
        </p:nvSpPr>
        <p:spPr>
          <a:xfrm>
            <a:off x="3220720" y="2844800"/>
            <a:ext cx="5770880" cy="457200"/>
          </a:xfrm>
          <a:custGeom>
            <a:avLst/>
            <a:gdLst/>
            <a:ahLst/>
            <a:cxnLst/>
            <a:rect l="l" t="t" r="r" b="b"/>
            <a:pathLst>
              <a:path w="5770880" h="457200">
                <a:moveTo>
                  <a:pt x="5770880" y="457200"/>
                </a:moveTo>
                <a:lnTo>
                  <a:pt x="0" y="457200"/>
                </a:lnTo>
                <a:lnTo>
                  <a:pt x="0" y="0"/>
                </a:lnTo>
                <a:lnTo>
                  <a:pt x="5770880" y="0"/>
                </a:lnTo>
                <a:lnTo>
                  <a:pt x="5770880" y="457200"/>
                </a:lnTo>
                <a:close/>
              </a:path>
            </a:pathLst>
          </a:custGeom>
          <a:solidFill>
            <a:srgbClr val="364656"/>
          </a:solidFill>
        </p:spPr>
        <p:txBody>
          <a:bodyPr wrap="square" lIns="0" tIns="0" rIns="0" bIns="0" rtlCol="0"/>
          <a:lstStyle/>
          <a:p/>
        </p:txBody>
      </p:sp>
      <p:sp>
        <p:nvSpPr>
          <p:cNvPr id="7" name="object 7" descr=""/>
          <p:cNvSpPr txBox="1"/>
          <p:nvPr/>
        </p:nvSpPr>
        <p:spPr>
          <a:xfrm>
            <a:off x="3164687" y="2608579"/>
            <a:ext cx="5788025" cy="817880"/>
          </a:xfrm>
          <a:prstGeom prst="rect">
            <a:avLst/>
          </a:prstGeom>
        </p:spPr>
        <p:txBody>
          <a:bodyPr wrap="square" lIns="0" tIns="12700" rIns="0" bIns="0" rtlCol="0" vert="horz">
            <a:spAutoFit/>
          </a:bodyPr>
          <a:lstStyle/>
          <a:p>
            <a:pPr marL="12700">
              <a:lnSpc>
                <a:spcPct val="100000"/>
              </a:lnSpc>
              <a:spcBef>
                <a:spcPts val="100"/>
              </a:spcBef>
            </a:pPr>
            <a:r>
              <a:rPr dirty="0" sz="5200" spc="-430">
                <a:solidFill>
                  <a:srgbClr val="FFFFFF"/>
                </a:solidFill>
                <a:latin typeface="Arial"/>
                <a:cs typeface="Arial"/>
              </a:rPr>
              <a:t>HAVE</a:t>
            </a:r>
            <a:r>
              <a:rPr dirty="0" sz="5200" spc="50">
                <a:solidFill>
                  <a:srgbClr val="FFFFFF"/>
                </a:solidFill>
                <a:latin typeface="Arial"/>
                <a:cs typeface="Arial"/>
              </a:rPr>
              <a:t> </a:t>
            </a:r>
            <a:r>
              <a:rPr dirty="0" sz="5200" spc="-520">
                <a:solidFill>
                  <a:srgbClr val="FFFFFF"/>
                </a:solidFill>
                <a:latin typeface="Arial"/>
                <a:cs typeface="Arial"/>
              </a:rPr>
              <a:t>DISAPPEARED</a:t>
            </a:r>
            <a:endParaRPr sz="5200">
              <a:latin typeface="Arial"/>
              <a:cs typeface="Arial"/>
            </a:endParaRPr>
          </a:p>
        </p:txBody>
      </p:sp>
      <p:grpSp>
        <p:nvGrpSpPr>
          <p:cNvPr id="8" name="object 8" descr=""/>
          <p:cNvGrpSpPr/>
          <p:nvPr/>
        </p:nvGrpSpPr>
        <p:grpSpPr>
          <a:xfrm>
            <a:off x="10160" y="4368800"/>
            <a:ext cx="12181840" cy="254000"/>
            <a:chOff x="10160" y="4368800"/>
            <a:chExt cx="12181840" cy="254000"/>
          </a:xfrm>
        </p:grpSpPr>
        <p:pic>
          <p:nvPicPr>
            <p:cNvPr id="9" name="object 9" descr=""/>
            <p:cNvPicPr/>
            <p:nvPr/>
          </p:nvPicPr>
          <p:blipFill>
            <a:blip r:embed="rId4" cstate="print"/>
            <a:stretch>
              <a:fillRect/>
            </a:stretch>
          </p:blipFill>
          <p:spPr>
            <a:xfrm>
              <a:off x="8808719" y="4368800"/>
              <a:ext cx="1666239" cy="254000"/>
            </a:xfrm>
            <a:prstGeom prst="rect">
              <a:avLst/>
            </a:prstGeom>
          </p:spPr>
        </p:pic>
        <p:pic>
          <p:nvPicPr>
            <p:cNvPr id="10" name="object 10" descr=""/>
            <p:cNvPicPr/>
            <p:nvPr/>
          </p:nvPicPr>
          <p:blipFill>
            <a:blip r:embed="rId5" cstate="print"/>
            <a:stretch>
              <a:fillRect/>
            </a:stretch>
          </p:blipFill>
          <p:spPr>
            <a:xfrm>
              <a:off x="5902960" y="4439919"/>
              <a:ext cx="1666239" cy="182880"/>
            </a:xfrm>
            <a:prstGeom prst="rect">
              <a:avLst/>
            </a:prstGeom>
          </p:spPr>
        </p:pic>
        <p:pic>
          <p:nvPicPr>
            <p:cNvPr id="11" name="object 11" descr=""/>
            <p:cNvPicPr/>
            <p:nvPr/>
          </p:nvPicPr>
          <p:blipFill>
            <a:blip r:embed="rId6" cstate="print"/>
            <a:stretch>
              <a:fillRect/>
            </a:stretch>
          </p:blipFill>
          <p:spPr>
            <a:xfrm>
              <a:off x="2692399" y="4368800"/>
              <a:ext cx="1666239" cy="254000"/>
            </a:xfrm>
            <a:prstGeom prst="rect">
              <a:avLst/>
            </a:prstGeom>
          </p:spPr>
        </p:pic>
        <p:pic>
          <p:nvPicPr>
            <p:cNvPr id="12" name="object 12" descr=""/>
            <p:cNvPicPr/>
            <p:nvPr/>
          </p:nvPicPr>
          <p:blipFill>
            <a:blip r:embed="rId7" cstate="print"/>
            <a:stretch>
              <a:fillRect/>
            </a:stretch>
          </p:blipFill>
          <p:spPr>
            <a:xfrm>
              <a:off x="10160" y="4368800"/>
              <a:ext cx="12181840" cy="254000"/>
            </a:xfrm>
            <a:prstGeom prst="rect">
              <a:avLst/>
            </a:prstGeom>
          </p:spPr>
        </p:pic>
      </p:grpSp>
      <p:grpSp>
        <p:nvGrpSpPr>
          <p:cNvPr id="13" name="object 13" descr=""/>
          <p:cNvGrpSpPr/>
          <p:nvPr/>
        </p:nvGrpSpPr>
        <p:grpSpPr>
          <a:xfrm>
            <a:off x="10160" y="4907279"/>
            <a:ext cx="12171680" cy="294640"/>
            <a:chOff x="10160" y="4907279"/>
            <a:chExt cx="12171680" cy="294640"/>
          </a:xfrm>
        </p:grpSpPr>
        <p:pic>
          <p:nvPicPr>
            <p:cNvPr id="14" name="object 14" descr=""/>
            <p:cNvPicPr/>
            <p:nvPr/>
          </p:nvPicPr>
          <p:blipFill>
            <a:blip r:embed="rId8" cstate="print"/>
            <a:stretch>
              <a:fillRect/>
            </a:stretch>
          </p:blipFill>
          <p:spPr>
            <a:xfrm>
              <a:off x="782319" y="4907279"/>
              <a:ext cx="4500880" cy="284480"/>
            </a:xfrm>
            <a:prstGeom prst="rect">
              <a:avLst/>
            </a:prstGeom>
          </p:spPr>
        </p:pic>
        <p:sp>
          <p:nvSpPr>
            <p:cNvPr id="15" name="object 15" descr=""/>
            <p:cNvSpPr/>
            <p:nvPr/>
          </p:nvSpPr>
          <p:spPr>
            <a:xfrm>
              <a:off x="10160" y="4907279"/>
              <a:ext cx="12171680" cy="294640"/>
            </a:xfrm>
            <a:custGeom>
              <a:avLst/>
              <a:gdLst/>
              <a:ahLst/>
              <a:cxnLst/>
              <a:rect l="l" t="t" r="r" b="b"/>
              <a:pathLst>
                <a:path w="12171680" h="294639">
                  <a:moveTo>
                    <a:pt x="12171680" y="294640"/>
                  </a:moveTo>
                  <a:lnTo>
                    <a:pt x="0" y="294640"/>
                  </a:lnTo>
                  <a:lnTo>
                    <a:pt x="0" y="0"/>
                  </a:lnTo>
                  <a:lnTo>
                    <a:pt x="12171680" y="0"/>
                  </a:lnTo>
                  <a:lnTo>
                    <a:pt x="12171680" y="294640"/>
                  </a:lnTo>
                  <a:close/>
                </a:path>
              </a:pathLst>
            </a:custGeom>
            <a:solidFill>
              <a:srgbClr val="36495B"/>
            </a:solidFill>
          </p:spPr>
          <p:txBody>
            <a:bodyPr wrap="square" lIns="0" tIns="0" rIns="0" bIns="0" rtlCol="0"/>
            <a:lstStyle/>
            <a:p/>
          </p:txBody>
        </p:sp>
      </p:grpSp>
      <p:sp>
        <p:nvSpPr>
          <p:cNvPr id="16" name="object 16" descr=""/>
          <p:cNvSpPr txBox="1"/>
          <p:nvPr/>
        </p:nvSpPr>
        <p:spPr>
          <a:xfrm>
            <a:off x="6903659" y="4826000"/>
            <a:ext cx="1115695" cy="375920"/>
          </a:xfrm>
          <a:prstGeom prst="rect">
            <a:avLst/>
          </a:prstGeom>
        </p:spPr>
        <p:txBody>
          <a:bodyPr wrap="square" lIns="0" tIns="12700" rIns="0" bIns="0" rtlCol="0" vert="horz">
            <a:spAutoFit/>
          </a:bodyPr>
          <a:lstStyle/>
          <a:p>
            <a:pPr marL="12700">
              <a:lnSpc>
                <a:spcPct val="100000"/>
              </a:lnSpc>
              <a:spcBef>
                <a:spcPts val="100"/>
              </a:spcBef>
              <a:tabLst>
                <a:tab pos="622935" algn="l"/>
              </a:tabLst>
            </a:pPr>
            <a:r>
              <a:rPr dirty="0" sz="2300" spc="75" i="1">
                <a:solidFill>
                  <a:srgbClr val="FFFFFF"/>
                </a:solidFill>
                <a:latin typeface="Calibri"/>
                <a:cs typeface="Calibri"/>
              </a:rPr>
              <a:t>Ave</a:t>
            </a:r>
            <a:r>
              <a:rPr dirty="0" sz="2300" i="1">
                <a:solidFill>
                  <a:srgbClr val="FFFFFF"/>
                </a:solidFill>
                <a:latin typeface="Calibri"/>
                <a:cs typeface="Calibri"/>
              </a:rPr>
              <a:t>	</a:t>
            </a:r>
            <a:r>
              <a:rPr dirty="0" sz="2300" spc="60" i="1">
                <a:solidFill>
                  <a:srgbClr val="FFFFFF"/>
                </a:solidFill>
                <a:latin typeface="Calibri"/>
                <a:cs typeface="Calibri"/>
              </a:rPr>
              <a:t>age</a:t>
            </a:r>
            <a:endParaRPr sz="2300">
              <a:latin typeface="Calibri"/>
              <a:cs typeface="Calibri"/>
            </a:endParaRPr>
          </a:p>
        </p:txBody>
      </p:sp>
      <p:sp>
        <p:nvSpPr>
          <p:cNvPr id="17" name="object 17" descr=""/>
          <p:cNvSpPr txBox="1"/>
          <p:nvPr/>
        </p:nvSpPr>
        <p:spPr>
          <a:xfrm>
            <a:off x="8177341" y="4826000"/>
            <a:ext cx="3223260" cy="375920"/>
          </a:xfrm>
          <a:prstGeom prst="rect">
            <a:avLst/>
          </a:prstGeom>
        </p:spPr>
        <p:txBody>
          <a:bodyPr wrap="square" lIns="0" tIns="12700" rIns="0" bIns="0" rtlCol="0" vert="horz">
            <a:spAutoFit/>
          </a:bodyPr>
          <a:lstStyle/>
          <a:p>
            <a:pPr marL="12700">
              <a:lnSpc>
                <a:spcPct val="100000"/>
              </a:lnSpc>
              <a:spcBef>
                <a:spcPts val="100"/>
              </a:spcBef>
            </a:pPr>
            <a:r>
              <a:rPr dirty="0" sz="2300" i="1">
                <a:solidFill>
                  <a:srgbClr val="FFFFFF"/>
                </a:solidFill>
                <a:latin typeface="Calibri"/>
                <a:cs typeface="Calibri"/>
              </a:rPr>
              <a:t>i fe</a:t>
            </a:r>
            <a:r>
              <a:rPr dirty="0" sz="2300" spc="150" i="1">
                <a:solidFill>
                  <a:srgbClr val="FFFFFF"/>
                </a:solidFill>
                <a:latin typeface="Calibri"/>
                <a:cs typeface="Calibri"/>
              </a:rPr>
              <a:t> </a:t>
            </a:r>
            <a:r>
              <a:rPr dirty="0" sz="2300" spc="170" i="1">
                <a:solidFill>
                  <a:srgbClr val="FFFFFF"/>
                </a:solidFill>
                <a:latin typeface="Calibri"/>
                <a:cs typeface="Calibri"/>
              </a:rPr>
              <a:t>expectancy</a:t>
            </a:r>
            <a:r>
              <a:rPr dirty="0" sz="2300" spc="165" i="1">
                <a:solidFill>
                  <a:srgbClr val="FFFFFF"/>
                </a:solidFill>
                <a:latin typeface="Calibri"/>
                <a:cs typeface="Calibri"/>
              </a:rPr>
              <a:t> </a:t>
            </a:r>
            <a:r>
              <a:rPr dirty="0" sz="2300" spc="90" i="1">
                <a:solidFill>
                  <a:srgbClr val="FFFFFF"/>
                </a:solidFill>
                <a:latin typeface="Calibri"/>
                <a:cs typeface="Calibri"/>
              </a:rPr>
              <a:t>15</a:t>
            </a:r>
            <a:r>
              <a:rPr dirty="0" sz="2300" spc="-55" i="1">
                <a:solidFill>
                  <a:srgbClr val="FFFFFF"/>
                </a:solidFill>
                <a:latin typeface="Calibri"/>
                <a:cs typeface="Calibri"/>
              </a:rPr>
              <a:t> </a:t>
            </a:r>
            <a:r>
              <a:rPr dirty="0" sz="2300" spc="114" i="1">
                <a:solidFill>
                  <a:srgbClr val="FFFFFF"/>
                </a:solidFill>
                <a:latin typeface="Calibri"/>
                <a:cs typeface="Calibri"/>
              </a:rPr>
              <a:t>years</a:t>
            </a:r>
            <a:endParaRPr sz="2300">
              <a:latin typeface="Calibri"/>
              <a:cs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0" y="0"/>
            <a:ext cx="12192000" cy="685799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10160" y="6167120"/>
            <a:ext cx="12181840" cy="345440"/>
          </a:xfrm>
          <a:prstGeom prst="rect">
            <a:avLst/>
          </a:prstGeom>
        </p:spPr>
      </p:pic>
      <p:pic>
        <p:nvPicPr>
          <p:cNvPr id="3" name="object 3" descr=""/>
          <p:cNvPicPr/>
          <p:nvPr/>
        </p:nvPicPr>
        <p:blipFill>
          <a:blip r:embed="rId3" cstate="print"/>
          <a:stretch>
            <a:fillRect/>
          </a:stretch>
        </p:blipFill>
        <p:spPr>
          <a:xfrm>
            <a:off x="10160" y="2560320"/>
            <a:ext cx="12181840" cy="670559"/>
          </a:xfrm>
          <a:prstGeom prst="rect">
            <a:avLst/>
          </a:prstGeom>
        </p:spPr>
      </p:pic>
      <p:sp>
        <p:nvSpPr>
          <p:cNvPr id="4" name="object 4" descr=""/>
          <p:cNvSpPr/>
          <p:nvPr/>
        </p:nvSpPr>
        <p:spPr>
          <a:xfrm>
            <a:off x="30480" y="489204"/>
            <a:ext cx="1697989" cy="0"/>
          </a:xfrm>
          <a:custGeom>
            <a:avLst/>
            <a:gdLst/>
            <a:ahLst/>
            <a:cxnLst/>
            <a:rect l="l" t="t" r="r" b="b"/>
            <a:pathLst>
              <a:path w="1697989" h="0">
                <a:moveTo>
                  <a:pt x="0" y="0"/>
                </a:moveTo>
                <a:lnTo>
                  <a:pt x="1697736" y="0"/>
                </a:lnTo>
              </a:path>
            </a:pathLst>
          </a:custGeom>
          <a:ln w="21336">
            <a:solidFill>
              <a:srgbClr val="70675B"/>
            </a:solidFill>
          </a:ln>
        </p:spPr>
        <p:txBody>
          <a:bodyPr wrap="square" lIns="0" tIns="0" rIns="0" bIns="0" rtlCol="0"/>
          <a:lstStyle/>
          <a:p/>
        </p:txBody>
      </p:sp>
      <p:grpSp>
        <p:nvGrpSpPr>
          <p:cNvPr id="5" name="object 5" descr=""/>
          <p:cNvGrpSpPr/>
          <p:nvPr/>
        </p:nvGrpSpPr>
        <p:grpSpPr>
          <a:xfrm>
            <a:off x="30480" y="20320"/>
            <a:ext cx="12161520" cy="123189"/>
            <a:chOff x="30480" y="20320"/>
            <a:chExt cx="12161520" cy="123189"/>
          </a:xfrm>
        </p:grpSpPr>
        <p:sp>
          <p:nvSpPr>
            <p:cNvPr id="6" name="object 6" descr=""/>
            <p:cNvSpPr/>
            <p:nvPr/>
          </p:nvSpPr>
          <p:spPr>
            <a:xfrm>
              <a:off x="30480" y="132588"/>
              <a:ext cx="1027430" cy="0"/>
            </a:xfrm>
            <a:custGeom>
              <a:avLst/>
              <a:gdLst/>
              <a:ahLst/>
              <a:cxnLst/>
              <a:rect l="l" t="t" r="r" b="b"/>
              <a:pathLst>
                <a:path w="1027430" h="0">
                  <a:moveTo>
                    <a:pt x="0" y="0"/>
                  </a:moveTo>
                  <a:lnTo>
                    <a:pt x="1027176" y="0"/>
                  </a:lnTo>
                </a:path>
              </a:pathLst>
            </a:custGeom>
            <a:ln w="21336">
              <a:solidFill>
                <a:srgbClr val="706767"/>
              </a:solidFill>
            </a:ln>
          </p:spPr>
          <p:txBody>
            <a:bodyPr wrap="square" lIns="0" tIns="0" rIns="0" bIns="0" rtlCol="0"/>
            <a:lstStyle/>
            <a:p/>
          </p:txBody>
        </p:sp>
        <p:pic>
          <p:nvPicPr>
            <p:cNvPr id="7" name="object 7" descr=""/>
            <p:cNvPicPr/>
            <p:nvPr/>
          </p:nvPicPr>
          <p:blipFill>
            <a:blip r:embed="rId4" cstate="print"/>
            <a:stretch>
              <a:fillRect/>
            </a:stretch>
          </p:blipFill>
          <p:spPr>
            <a:xfrm>
              <a:off x="50800" y="20320"/>
              <a:ext cx="12141200" cy="122936"/>
            </a:xfrm>
            <a:prstGeom prst="rect">
              <a:avLst/>
            </a:prstGeom>
          </p:spPr>
        </p:pic>
        <p:pic>
          <p:nvPicPr>
            <p:cNvPr id="8" name="object 8" descr=""/>
            <p:cNvPicPr/>
            <p:nvPr/>
          </p:nvPicPr>
          <p:blipFill>
            <a:blip r:embed="rId5" cstate="print"/>
            <a:stretch>
              <a:fillRect/>
            </a:stretch>
          </p:blipFill>
          <p:spPr>
            <a:xfrm>
              <a:off x="50800" y="20320"/>
              <a:ext cx="12141200" cy="60959"/>
            </a:xfrm>
            <a:prstGeom prst="rect">
              <a:avLst/>
            </a:prstGeom>
          </p:spPr>
        </p:pic>
      </p:grpSp>
      <p:pic>
        <p:nvPicPr>
          <p:cNvPr id="9" name="object 9" descr=""/>
          <p:cNvPicPr/>
          <p:nvPr/>
        </p:nvPicPr>
        <p:blipFill>
          <a:blip r:embed="rId6" cstate="print"/>
          <a:stretch>
            <a:fillRect/>
          </a:stretch>
        </p:blipFill>
        <p:spPr>
          <a:xfrm>
            <a:off x="10160" y="1280160"/>
            <a:ext cx="12181840" cy="30479"/>
          </a:xfrm>
          <a:prstGeom prst="rect">
            <a:avLst/>
          </a:prstGeom>
        </p:spPr>
      </p:pic>
      <p:grpSp>
        <p:nvGrpSpPr>
          <p:cNvPr id="10" name="object 10" descr=""/>
          <p:cNvGrpSpPr/>
          <p:nvPr/>
        </p:nvGrpSpPr>
        <p:grpSpPr>
          <a:xfrm>
            <a:off x="10160" y="325120"/>
            <a:ext cx="12181840" cy="60960"/>
            <a:chOff x="10160" y="325120"/>
            <a:chExt cx="12181840" cy="60960"/>
          </a:xfrm>
        </p:grpSpPr>
        <p:pic>
          <p:nvPicPr>
            <p:cNvPr id="11" name="object 11" descr=""/>
            <p:cNvPicPr/>
            <p:nvPr/>
          </p:nvPicPr>
          <p:blipFill>
            <a:blip r:embed="rId7" cstate="print"/>
            <a:stretch>
              <a:fillRect/>
            </a:stretch>
          </p:blipFill>
          <p:spPr>
            <a:xfrm>
              <a:off x="10160" y="325120"/>
              <a:ext cx="12181840" cy="60960"/>
            </a:xfrm>
            <a:prstGeom prst="rect">
              <a:avLst/>
            </a:prstGeom>
          </p:spPr>
        </p:pic>
        <p:pic>
          <p:nvPicPr>
            <p:cNvPr id="12" name="object 12" descr=""/>
            <p:cNvPicPr/>
            <p:nvPr/>
          </p:nvPicPr>
          <p:blipFill>
            <a:blip r:embed="rId8" cstate="print"/>
            <a:stretch>
              <a:fillRect/>
            </a:stretch>
          </p:blipFill>
          <p:spPr>
            <a:xfrm>
              <a:off x="10160" y="325120"/>
              <a:ext cx="12181840" cy="60960"/>
            </a:xfrm>
            <a:prstGeom prst="rect">
              <a:avLst/>
            </a:prstGeom>
          </p:spPr>
        </p:pic>
      </p:grpSp>
      <p:grpSp>
        <p:nvGrpSpPr>
          <p:cNvPr id="13" name="object 13" descr=""/>
          <p:cNvGrpSpPr/>
          <p:nvPr/>
        </p:nvGrpSpPr>
        <p:grpSpPr>
          <a:xfrm>
            <a:off x="1757679" y="467359"/>
            <a:ext cx="10434320" cy="60960"/>
            <a:chOff x="1757679" y="467359"/>
            <a:chExt cx="10434320" cy="60960"/>
          </a:xfrm>
        </p:grpSpPr>
        <p:pic>
          <p:nvPicPr>
            <p:cNvPr id="14" name="object 14" descr=""/>
            <p:cNvPicPr/>
            <p:nvPr/>
          </p:nvPicPr>
          <p:blipFill>
            <a:blip r:embed="rId9" cstate="print"/>
            <a:stretch>
              <a:fillRect/>
            </a:stretch>
          </p:blipFill>
          <p:spPr>
            <a:xfrm>
              <a:off x="1757679" y="467359"/>
              <a:ext cx="10434320" cy="60960"/>
            </a:xfrm>
            <a:prstGeom prst="rect">
              <a:avLst/>
            </a:prstGeom>
          </p:spPr>
        </p:pic>
        <p:pic>
          <p:nvPicPr>
            <p:cNvPr id="15" name="object 15" descr=""/>
            <p:cNvPicPr/>
            <p:nvPr/>
          </p:nvPicPr>
          <p:blipFill>
            <a:blip r:embed="rId10" cstate="print"/>
            <a:stretch>
              <a:fillRect/>
            </a:stretch>
          </p:blipFill>
          <p:spPr>
            <a:xfrm>
              <a:off x="1757679" y="467359"/>
              <a:ext cx="10434320" cy="60960"/>
            </a:xfrm>
            <a:prstGeom prst="rect">
              <a:avLst/>
            </a:prstGeom>
          </p:spPr>
        </p:pic>
      </p:grpSp>
      <p:grpSp>
        <p:nvGrpSpPr>
          <p:cNvPr id="16" name="object 16" descr=""/>
          <p:cNvGrpSpPr/>
          <p:nvPr/>
        </p:nvGrpSpPr>
        <p:grpSpPr>
          <a:xfrm>
            <a:off x="10160" y="1280160"/>
            <a:ext cx="12181840" cy="81280"/>
            <a:chOff x="10160" y="1280160"/>
            <a:chExt cx="12181840" cy="81280"/>
          </a:xfrm>
        </p:grpSpPr>
        <p:pic>
          <p:nvPicPr>
            <p:cNvPr id="17" name="object 17" descr=""/>
            <p:cNvPicPr/>
            <p:nvPr/>
          </p:nvPicPr>
          <p:blipFill>
            <a:blip r:embed="rId11" cstate="print"/>
            <a:stretch>
              <a:fillRect/>
            </a:stretch>
          </p:blipFill>
          <p:spPr>
            <a:xfrm>
              <a:off x="10160" y="1280160"/>
              <a:ext cx="12181840" cy="81279"/>
            </a:xfrm>
            <a:prstGeom prst="rect">
              <a:avLst/>
            </a:prstGeom>
          </p:spPr>
        </p:pic>
        <p:pic>
          <p:nvPicPr>
            <p:cNvPr id="18" name="object 18" descr=""/>
            <p:cNvPicPr/>
            <p:nvPr/>
          </p:nvPicPr>
          <p:blipFill>
            <a:blip r:embed="rId12" cstate="print"/>
            <a:stretch>
              <a:fillRect/>
            </a:stretch>
          </p:blipFill>
          <p:spPr>
            <a:xfrm>
              <a:off x="10160" y="1320800"/>
              <a:ext cx="12181840" cy="40639"/>
            </a:xfrm>
            <a:prstGeom prst="rect">
              <a:avLst/>
            </a:prstGeom>
          </p:spPr>
        </p:pic>
      </p:grpSp>
      <p:grpSp>
        <p:nvGrpSpPr>
          <p:cNvPr id="19" name="object 19" descr=""/>
          <p:cNvGrpSpPr/>
          <p:nvPr/>
        </p:nvGrpSpPr>
        <p:grpSpPr>
          <a:xfrm>
            <a:off x="10160" y="1422400"/>
            <a:ext cx="12181840" cy="60960"/>
            <a:chOff x="10160" y="1422400"/>
            <a:chExt cx="12181840" cy="60960"/>
          </a:xfrm>
        </p:grpSpPr>
        <p:pic>
          <p:nvPicPr>
            <p:cNvPr id="20" name="object 20" descr=""/>
            <p:cNvPicPr/>
            <p:nvPr/>
          </p:nvPicPr>
          <p:blipFill>
            <a:blip r:embed="rId13" cstate="print"/>
            <a:stretch>
              <a:fillRect/>
            </a:stretch>
          </p:blipFill>
          <p:spPr>
            <a:xfrm>
              <a:off x="10160" y="1422400"/>
              <a:ext cx="12181840" cy="60960"/>
            </a:xfrm>
            <a:prstGeom prst="rect">
              <a:avLst/>
            </a:prstGeom>
          </p:spPr>
        </p:pic>
        <p:pic>
          <p:nvPicPr>
            <p:cNvPr id="21" name="object 21" descr=""/>
            <p:cNvPicPr/>
            <p:nvPr/>
          </p:nvPicPr>
          <p:blipFill>
            <a:blip r:embed="rId14" cstate="print"/>
            <a:stretch>
              <a:fillRect/>
            </a:stretch>
          </p:blipFill>
          <p:spPr>
            <a:xfrm>
              <a:off x="10160" y="1422400"/>
              <a:ext cx="12181840" cy="60960"/>
            </a:xfrm>
            <a:prstGeom prst="rect">
              <a:avLst/>
            </a:prstGeom>
          </p:spPr>
        </p:pic>
      </p:grpSp>
      <p:grpSp>
        <p:nvGrpSpPr>
          <p:cNvPr id="22" name="object 22" descr=""/>
          <p:cNvGrpSpPr/>
          <p:nvPr/>
        </p:nvGrpSpPr>
        <p:grpSpPr>
          <a:xfrm>
            <a:off x="10160" y="1645920"/>
            <a:ext cx="12181840" cy="81280"/>
            <a:chOff x="10160" y="1645920"/>
            <a:chExt cx="12181840" cy="81280"/>
          </a:xfrm>
        </p:grpSpPr>
        <p:pic>
          <p:nvPicPr>
            <p:cNvPr id="23" name="object 23" descr=""/>
            <p:cNvPicPr/>
            <p:nvPr/>
          </p:nvPicPr>
          <p:blipFill>
            <a:blip r:embed="rId15" cstate="print"/>
            <a:stretch>
              <a:fillRect/>
            </a:stretch>
          </p:blipFill>
          <p:spPr>
            <a:xfrm>
              <a:off x="10160" y="1645920"/>
              <a:ext cx="12181840" cy="81279"/>
            </a:xfrm>
            <a:prstGeom prst="rect">
              <a:avLst/>
            </a:prstGeom>
          </p:spPr>
        </p:pic>
        <p:pic>
          <p:nvPicPr>
            <p:cNvPr id="24" name="object 24" descr=""/>
            <p:cNvPicPr/>
            <p:nvPr/>
          </p:nvPicPr>
          <p:blipFill>
            <a:blip r:embed="rId16" cstate="print"/>
            <a:stretch>
              <a:fillRect/>
            </a:stretch>
          </p:blipFill>
          <p:spPr>
            <a:xfrm>
              <a:off x="10160" y="1645920"/>
              <a:ext cx="12181840" cy="81279"/>
            </a:xfrm>
            <a:prstGeom prst="rect">
              <a:avLst/>
            </a:prstGeom>
          </p:spPr>
        </p:pic>
      </p:grpSp>
      <p:grpSp>
        <p:nvGrpSpPr>
          <p:cNvPr id="25" name="object 25" descr=""/>
          <p:cNvGrpSpPr/>
          <p:nvPr/>
        </p:nvGrpSpPr>
        <p:grpSpPr>
          <a:xfrm>
            <a:off x="10160" y="2072639"/>
            <a:ext cx="12181840" cy="40640"/>
            <a:chOff x="10160" y="2072639"/>
            <a:chExt cx="12181840" cy="40640"/>
          </a:xfrm>
        </p:grpSpPr>
        <p:pic>
          <p:nvPicPr>
            <p:cNvPr id="26" name="object 26" descr=""/>
            <p:cNvPicPr/>
            <p:nvPr/>
          </p:nvPicPr>
          <p:blipFill>
            <a:blip r:embed="rId17" cstate="print"/>
            <a:stretch>
              <a:fillRect/>
            </a:stretch>
          </p:blipFill>
          <p:spPr>
            <a:xfrm>
              <a:off x="10160" y="2072639"/>
              <a:ext cx="12181840" cy="40639"/>
            </a:xfrm>
            <a:prstGeom prst="rect">
              <a:avLst/>
            </a:prstGeom>
          </p:spPr>
        </p:pic>
        <p:pic>
          <p:nvPicPr>
            <p:cNvPr id="27" name="object 27" descr=""/>
            <p:cNvPicPr/>
            <p:nvPr/>
          </p:nvPicPr>
          <p:blipFill>
            <a:blip r:embed="rId18" cstate="print"/>
            <a:stretch>
              <a:fillRect/>
            </a:stretch>
          </p:blipFill>
          <p:spPr>
            <a:xfrm>
              <a:off x="10160" y="2072639"/>
              <a:ext cx="12181840" cy="40639"/>
            </a:xfrm>
            <a:prstGeom prst="rect">
              <a:avLst/>
            </a:prstGeom>
          </p:spPr>
        </p:pic>
      </p:grpSp>
      <p:sp>
        <p:nvSpPr>
          <p:cNvPr id="28" name="object 28" descr=""/>
          <p:cNvSpPr/>
          <p:nvPr/>
        </p:nvSpPr>
        <p:spPr>
          <a:xfrm>
            <a:off x="2936239" y="2661920"/>
            <a:ext cx="6258560" cy="558800"/>
          </a:xfrm>
          <a:custGeom>
            <a:avLst/>
            <a:gdLst/>
            <a:ahLst/>
            <a:cxnLst/>
            <a:rect l="l" t="t" r="r" b="b"/>
            <a:pathLst>
              <a:path w="6258559" h="558800">
                <a:moveTo>
                  <a:pt x="6258560" y="558800"/>
                </a:moveTo>
                <a:lnTo>
                  <a:pt x="0" y="558800"/>
                </a:lnTo>
                <a:lnTo>
                  <a:pt x="0" y="0"/>
                </a:lnTo>
                <a:lnTo>
                  <a:pt x="6258560" y="0"/>
                </a:lnTo>
                <a:lnTo>
                  <a:pt x="6258560" y="558800"/>
                </a:lnTo>
                <a:close/>
              </a:path>
            </a:pathLst>
          </a:custGeom>
          <a:solidFill>
            <a:srgbClr val="AA9C9C"/>
          </a:solidFill>
        </p:spPr>
        <p:txBody>
          <a:bodyPr wrap="square" lIns="0" tIns="0" rIns="0" bIns="0" rtlCol="0"/>
          <a:lstStyle/>
          <a:p/>
        </p:txBody>
      </p:sp>
      <p:sp>
        <p:nvSpPr>
          <p:cNvPr id="29" name="object 29"/>
          <p:cNvSpPr txBox="1">
            <a:spLocks noGrp="1"/>
          </p:cNvSpPr>
          <p:nvPr>
            <p:ph type="title"/>
          </p:nvPr>
        </p:nvSpPr>
        <p:spPr>
          <a:xfrm>
            <a:off x="2933280" y="2362200"/>
            <a:ext cx="6195695" cy="955040"/>
          </a:xfrm>
          <a:prstGeom prst="rect"/>
        </p:spPr>
        <p:txBody>
          <a:bodyPr wrap="square" lIns="0" tIns="12700" rIns="0" bIns="0" rtlCol="0" vert="horz">
            <a:spAutoFit/>
          </a:bodyPr>
          <a:lstStyle/>
          <a:p>
            <a:pPr marL="12700">
              <a:lnSpc>
                <a:spcPct val="100000"/>
              </a:lnSpc>
              <a:spcBef>
                <a:spcPts val="100"/>
              </a:spcBef>
            </a:pPr>
            <a:r>
              <a:rPr dirty="0" sz="6100" spc="-795"/>
              <a:t>GENERAL</a:t>
            </a:r>
            <a:r>
              <a:rPr dirty="0" sz="6100" spc="55"/>
              <a:t> </a:t>
            </a:r>
            <a:r>
              <a:rPr dirty="0" sz="6100" spc="-885"/>
              <a:t>ELECTRIC</a:t>
            </a:r>
            <a:endParaRPr sz="6100"/>
          </a:p>
        </p:txBody>
      </p:sp>
      <p:sp>
        <p:nvSpPr>
          <p:cNvPr id="30" name="object 30" descr=""/>
          <p:cNvSpPr/>
          <p:nvPr/>
        </p:nvSpPr>
        <p:spPr>
          <a:xfrm>
            <a:off x="10160" y="3525520"/>
            <a:ext cx="12171680" cy="487680"/>
          </a:xfrm>
          <a:custGeom>
            <a:avLst/>
            <a:gdLst/>
            <a:ahLst/>
            <a:cxnLst/>
            <a:rect l="l" t="t" r="r" b="b"/>
            <a:pathLst>
              <a:path w="12171680" h="487679">
                <a:moveTo>
                  <a:pt x="12171680" y="487680"/>
                </a:moveTo>
                <a:lnTo>
                  <a:pt x="0" y="487680"/>
                </a:lnTo>
                <a:lnTo>
                  <a:pt x="0" y="0"/>
                </a:lnTo>
                <a:lnTo>
                  <a:pt x="12171680" y="0"/>
                </a:lnTo>
                <a:lnTo>
                  <a:pt x="12171680" y="487680"/>
                </a:lnTo>
                <a:close/>
              </a:path>
            </a:pathLst>
          </a:custGeom>
          <a:solidFill>
            <a:srgbClr val="AC8C93"/>
          </a:solidFill>
        </p:spPr>
        <p:txBody>
          <a:bodyPr wrap="square" lIns="0" tIns="0" rIns="0" bIns="0" rtlCol="0"/>
          <a:lstStyle/>
          <a:p/>
        </p:txBody>
      </p:sp>
      <p:sp>
        <p:nvSpPr>
          <p:cNvPr id="31" name="object 31" descr=""/>
          <p:cNvSpPr txBox="1"/>
          <p:nvPr/>
        </p:nvSpPr>
        <p:spPr>
          <a:xfrm>
            <a:off x="2939973" y="3429000"/>
            <a:ext cx="6276975" cy="528320"/>
          </a:xfrm>
          <a:prstGeom prst="rect">
            <a:avLst/>
          </a:prstGeom>
        </p:spPr>
        <p:txBody>
          <a:bodyPr wrap="square" lIns="0" tIns="12700" rIns="0" bIns="0" rtlCol="0" vert="horz">
            <a:spAutoFit/>
          </a:bodyPr>
          <a:lstStyle/>
          <a:p>
            <a:pPr marL="12700">
              <a:lnSpc>
                <a:spcPct val="100000"/>
              </a:lnSpc>
              <a:spcBef>
                <a:spcPts val="100"/>
              </a:spcBef>
            </a:pPr>
            <a:r>
              <a:rPr dirty="0" sz="3300">
                <a:solidFill>
                  <a:srgbClr val="FFFFFF"/>
                </a:solidFill>
                <a:latin typeface="Arial"/>
                <a:cs typeface="Arial"/>
              </a:rPr>
              <a:t>From</a:t>
            </a:r>
            <a:r>
              <a:rPr dirty="0" sz="3300" spc="95">
                <a:solidFill>
                  <a:srgbClr val="FFFFFF"/>
                </a:solidFill>
                <a:latin typeface="Arial"/>
                <a:cs typeface="Arial"/>
              </a:rPr>
              <a:t> </a:t>
            </a:r>
            <a:r>
              <a:rPr dirty="0" sz="3300">
                <a:solidFill>
                  <a:srgbClr val="FFFFFF"/>
                </a:solidFill>
                <a:latin typeface="Arial"/>
                <a:cs typeface="Arial"/>
              </a:rPr>
              <a:t>light</a:t>
            </a:r>
            <a:r>
              <a:rPr dirty="0" sz="3300" spc="30">
                <a:solidFill>
                  <a:srgbClr val="FFFFFF"/>
                </a:solidFill>
                <a:latin typeface="Arial"/>
                <a:cs typeface="Arial"/>
              </a:rPr>
              <a:t> </a:t>
            </a:r>
            <a:r>
              <a:rPr dirty="0" sz="3300" spc="-40">
                <a:solidFill>
                  <a:srgbClr val="FFFFFF"/>
                </a:solidFill>
                <a:latin typeface="Arial"/>
                <a:cs typeface="Arial"/>
              </a:rPr>
              <a:t>bulbs</a:t>
            </a:r>
            <a:r>
              <a:rPr dirty="0" sz="3300" spc="155">
                <a:solidFill>
                  <a:srgbClr val="FFFFFF"/>
                </a:solidFill>
                <a:latin typeface="Arial"/>
                <a:cs typeface="Arial"/>
              </a:rPr>
              <a:t> </a:t>
            </a:r>
            <a:r>
              <a:rPr dirty="0" sz="3300" spc="90">
                <a:solidFill>
                  <a:srgbClr val="FFFFFF"/>
                </a:solidFill>
                <a:latin typeface="Arial"/>
                <a:cs typeface="Arial"/>
              </a:rPr>
              <a:t>to</a:t>
            </a:r>
            <a:r>
              <a:rPr dirty="0" sz="3300" spc="-55">
                <a:solidFill>
                  <a:srgbClr val="FFFFFF"/>
                </a:solidFill>
                <a:latin typeface="Arial"/>
                <a:cs typeface="Arial"/>
              </a:rPr>
              <a:t> </a:t>
            </a:r>
            <a:r>
              <a:rPr dirty="0" sz="3300">
                <a:solidFill>
                  <a:srgbClr val="FFFFFF"/>
                </a:solidFill>
                <a:latin typeface="Arial"/>
                <a:cs typeface="Arial"/>
              </a:rPr>
              <a:t>digital</a:t>
            </a:r>
            <a:r>
              <a:rPr dirty="0" sz="3300" spc="160">
                <a:solidFill>
                  <a:srgbClr val="FFFFFF"/>
                </a:solidFill>
                <a:latin typeface="Arial"/>
                <a:cs typeface="Arial"/>
              </a:rPr>
              <a:t> </a:t>
            </a:r>
            <a:r>
              <a:rPr dirty="0" sz="3300" spc="-110">
                <a:solidFill>
                  <a:srgbClr val="FFFFFF"/>
                </a:solidFill>
                <a:latin typeface="Arial"/>
                <a:cs typeface="Arial"/>
              </a:rPr>
              <a:t>services</a:t>
            </a:r>
            <a:endParaRPr sz="3300">
              <a:latin typeface="Arial"/>
              <a:cs typeface="Arial"/>
            </a:endParaRPr>
          </a:p>
        </p:txBody>
      </p:sp>
      <p:grpSp>
        <p:nvGrpSpPr>
          <p:cNvPr id="32" name="object 32" descr=""/>
          <p:cNvGrpSpPr/>
          <p:nvPr/>
        </p:nvGrpSpPr>
        <p:grpSpPr>
          <a:xfrm>
            <a:off x="10160" y="4389120"/>
            <a:ext cx="12181840" cy="162560"/>
            <a:chOff x="10160" y="4389120"/>
            <a:chExt cx="12181840" cy="162560"/>
          </a:xfrm>
        </p:grpSpPr>
        <p:pic>
          <p:nvPicPr>
            <p:cNvPr id="33" name="object 33" descr=""/>
            <p:cNvPicPr/>
            <p:nvPr/>
          </p:nvPicPr>
          <p:blipFill>
            <a:blip r:embed="rId19" cstate="print"/>
            <a:stretch>
              <a:fillRect/>
            </a:stretch>
          </p:blipFill>
          <p:spPr>
            <a:xfrm>
              <a:off x="10160" y="4389120"/>
              <a:ext cx="12181840" cy="81280"/>
            </a:xfrm>
            <a:prstGeom prst="rect">
              <a:avLst/>
            </a:prstGeom>
          </p:spPr>
        </p:pic>
        <p:pic>
          <p:nvPicPr>
            <p:cNvPr id="34" name="object 34" descr=""/>
            <p:cNvPicPr/>
            <p:nvPr/>
          </p:nvPicPr>
          <p:blipFill>
            <a:blip r:embed="rId20" cstate="print"/>
            <a:stretch>
              <a:fillRect/>
            </a:stretch>
          </p:blipFill>
          <p:spPr>
            <a:xfrm>
              <a:off x="10160" y="4389120"/>
              <a:ext cx="12181840" cy="81280"/>
            </a:xfrm>
            <a:prstGeom prst="rect">
              <a:avLst/>
            </a:prstGeom>
          </p:spPr>
        </p:pic>
        <p:pic>
          <p:nvPicPr>
            <p:cNvPr id="35" name="object 35" descr=""/>
            <p:cNvPicPr/>
            <p:nvPr/>
          </p:nvPicPr>
          <p:blipFill>
            <a:blip r:embed="rId21" cstate="print"/>
            <a:stretch>
              <a:fillRect/>
            </a:stretch>
          </p:blipFill>
          <p:spPr>
            <a:xfrm>
              <a:off x="10160" y="4511040"/>
              <a:ext cx="12181840" cy="40639"/>
            </a:xfrm>
            <a:prstGeom prst="rect">
              <a:avLst/>
            </a:prstGeom>
          </p:spPr>
        </p:pic>
        <p:pic>
          <p:nvPicPr>
            <p:cNvPr id="36" name="object 36" descr=""/>
            <p:cNvPicPr/>
            <p:nvPr/>
          </p:nvPicPr>
          <p:blipFill>
            <a:blip r:embed="rId22" cstate="print"/>
            <a:stretch>
              <a:fillRect/>
            </a:stretch>
          </p:blipFill>
          <p:spPr>
            <a:xfrm>
              <a:off x="10160" y="4511040"/>
              <a:ext cx="12181840" cy="40639"/>
            </a:xfrm>
            <a:prstGeom prst="rect">
              <a:avLst/>
            </a:prstGeom>
          </p:spPr>
        </p:pic>
      </p:grpSp>
      <p:sp>
        <p:nvSpPr>
          <p:cNvPr id="37" name="object 37" descr=""/>
          <p:cNvSpPr/>
          <p:nvPr/>
        </p:nvSpPr>
        <p:spPr>
          <a:xfrm>
            <a:off x="10160" y="4643120"/>
            <a:ext cx="12171680" cy="345440"/>
          </a:xfrm>
          <a:custGeom>
            <a:avLst/>
            <a:gdLst/>
            <a:ahLst/>
            <a:cxnLst/>
            <a:rect l="l" t="t" r="r" b="b"/>
            <a:pathLst>
              <a:path w="12171680" h="345439">
                <a:moveTo>
                  <a:pt x="12171680" y="345440"/>
                </a:moveTo>
                <a:lnTo>
                  <a:pt x="0" y="345440"/>
                </a:lnTo>
                <a:lnTo>
                  <a:pt x="0" y="0"/>
                </a:lnTo>
                <a:lnTo>
                  <a:pt x="12171680" y="0"/>
                </a:lnTo>
                <a:lnTo>
                  <a:pt x="12171680" y="345440"/>
                </a:lnTo>
                <a:close/>
              </a:path>
            </a:pathLst>
          </a:custGeom>
          <a:solidFill>
            <a:srgbClr val="977075"/>
          </a:solidFill>
        </p:spPr>
        <p:txBody>
          <a:bodyPr wrap="square" lIns="0" tIns="0" rIns="0" bIns="0" rtlCol="0"/>
          <a:lstStyle/>
          <a:p/>
        </p:txBody>
      </p:sp>
      <p:sp>
        <p:nvSpPr>
          <p:cNvPr id="38" name="object 38" descr=""/>
          <p:cNvSpPr txBox="1"/>
          <p:nvPr/>
        </p:nvSpPr>
        <p:spPr>
          <a:xfrm>
            <a:off x="2531078" y="4591050"/>
            <a:ext cx="7025640" cy="353060"/>
          </a:xfrm>
          <a:prstGeom prst="rect">
            <a:avLst/>
          </a:prstGeom>
        </p:spPr>
        <p:txBody>
          <a:bodyPr wrap="square" lIns="0" tIns="12700" rIns="0" bIns="0" rtlCol="0" vert="horz">
            <a:spAutoFit/>
          </a:bodyPr>
          <a:lstStyle/>
          <a:p>
            <a:pPr marL="12700">
              <a:lnSpc>
                <a:spcPct val="100000"/>
              </a:lnSpc>
              <a:spcBef>
                <a:spcPts val="100"/>
              </a:spcBef>
              <a:tabLst>
                <a:tab pos="2826385" algn="l"/>
                <a:tab pos="3495040" algn="l"/>
              </a:tabLst>
            </a:pPr>
            <a:r>
              <a:rPr dirty="0" sz="2150" i="1">
                <a:solidFill>
                  <a:srgbClr val="FFFFFF"/>
                </a:solidFill>
                <a:latin typeface="Arial"/>
                <a:cs typeface="Arial"/>
              </a:rPr>
              <a:t>"The</a:t>
            </a:r>
            <a:r>
              <a:rPr dirty="0" sz="2150" spc="114" i="1">
                <a:solidFill>
                  <a:srgbClr val="FFFFFF"/>
                </a:solidFill>
                <a:latin typeface="Arial"/>
                <a:cs typeface="Arial"/>
              </a:rPr>
              <a:t> </a:t>
            </a:r>
            <a:r>
              <a:rPr dirty="0" sz="2150">
                <a:solidFill>
                  <a:srgbClr val="FFFFFF"/>
                </a:solidFill>
                <a:latin typeface="Arial"/>
                <a:cs typeface="Arial"/>
              </a:rPr>
              <a:t>dfgltoÍ</a:t>
            </a:r>
            <a:r>
              <a:rPr dirty="0" sz="2150" spc="-10">
                <a:solidFill>
                  <a:srgbClr val="FFFFFF"/>
                </a:solidFill>
                <a:latin typeface="Arial"/>
                <a:cs typeface="Arial"/>
              </a:rPr>
              <a:t> </a:t>
            </a:r>
            <a:r>
              <a:rPr dirty="0" sz="2150" spc="-10" i="1">
                <a:solidFill>
                  <a:srgbClr val="FFFFFF"/>
                </a:solidFill>
                <a:latin typeface="Arial"/>
                <a:cs typeface="Arial"/>
              </a:rPr>
              <a:t>company.</a:t>
            </a:r>
            <a:r>
              <a:rPr dirty="0" sz="2150" i="1">
                <a:solidFill>
                  <a:srgbClr val="FFFFFF"/>
                </a:solidFill>
                <a:latin typeface="Arial"/>
                <a:cs typeface="Arial"/>
              </a:rPr>
              <a:t>	</a:t>
            </a:r>
            <a:r>
              <a:rPr dirty="0" sz="2150" spc="-25" i="1">
                <a:solidFill>
                  <a:srgbClr val="FFFFFF"/>
                </a:solidFill>
                <a:latin typeface="Arial"/>
                <a:cs typeface="Arial"/>
              </a:rPr>
              <a:t>/Îì</a:t>
            </a:r>
            <a:r>
              <a:rPr dirty="0" sz="2150" spc="-300" i="1">
                <a:solidFill>
                  <a:srgbClr val="FFFFFF"/>
                </a:solidFill>
                <a:latin typeface="Arial"/>
                <a:cs typeface="Arial"/>
              </a:rPr>
              <a:t> </a:t>
            </a:r>
            <a:r>
              <a:rPr dirty="0" sz="2150" spc="-240" i="1">
                <a:solidFill>
                  <a:srgbClr val="FFFFFF"/>
                </a:solidFill>
                <a:latin typeface="Arial"/>
                <a:cs typeface="Arial"/>
              </a:rPr>
              <a:t>0</a:t>
            </a:r>
            <a:r>
              <a:rPr dirty="0" sz="2150" spc="-325" i="1">
                <a:solidFill>
                  <a:srgbClr val="FFFFFF"/>
                </a:solidFill>
                <a:latin typeface="Arial"/>
                <a:cs typeface="Arial"/>
              </a:rPr>
              <a:t> </a:t>
            </a:r>
            <a:r>
              <a:rPr dirty="0" sz="2150" spc="-50" i="1">
                <a:solidFill>
                  <a:srgbClr val="FFFFFF"/>
                </a:solidFill>
                <a:latin typeface="Arial"/>
                <a:cs typeface="Arial"/>
              </a:rPr>
              <a:t>t</a:t>
            </a:r>
            <a:r>
              <a:rPr dirty="0" sz="2150" i="1">
                <a:solidFill>
                  <a:srgbClr val="FFFFFF"/>
                </a:solidFill>
                <a:latin typeface="Arial"/>
                <a:cs typeface="Arial"/>
              </a:rPr>
              <a:t>	</a:t>
            </a:r>
            <a:r>
              <a:rPr dirty="0" sz="2150" spc="-355">
                <a:solidFill>
                  <a:srgbClr val="FFFFFF"/>
                </a:solidFill>
                <a:latin typeface="Arial"/>
                <a:cs typeface="Arial"/>
              </a:rPr>
              <a:t>s</a:t>
            </a:r>
            <a:r>
              <a:rPr dirty="0" sz="2150" spc="70">
                <a:solidFill>
                  <a:srgbClr val="FFFFFF"/>
                </a:solidFill>
                <a:latin typeface="Arial"/>
                <a:cs typeface="Arial"/>
              </a:rPr>
              <a:t> </a:t>
            </a:r>
            <a:r>
              <a:rPr dirty="0" sz="2150" spc="-185" i="1">
                <a:solidFill>
                  <a:srgbClr val="FFFFFF"/>
                </a:solidFill>
                <a:latin typeface="Arial"/>
                <a:cs typeface="Arial"/>
              </a:rPr>
              <a:t>Olso</a:t>
            </a:r>
            <a:r>
              <a:rPr dirty="0" sz="2150" spc="35" i="1">
                <a:solidFill>
                  <a:srgbClr val="FFFFFF"/>
                </a:solidFill>
                <a:latin typeface="Arial"/>
                <a:cs typeface="Arial"/>
              </a:rPr>
              <a:t> </a:t>
            </a:r>
            <a:r>
              <a:rPr dirty="0" sz="2150" spc="-350" i="1">
                <a:solidFill>
                  <a:srgbClr val="FFFFFF"/>
                </a:solidFill>
                <a:latin typeface="Arial"/>
                <a:cs typeface="Arial"/>
              </a:rPr>
              <a:t>On</a:t>
            </a:r>
            <a:r>
              <a:rPr dirty="0" sz="2150" spc="225" i="1">
                <a:solidFill>
                  <a:srgbClr val="FFFFFF"/>
                </a:solidFill>
                <a:latin typeface="Arial"/>
                <a:cs typeface="Arial"/>
              </a:rPr>
              <a:t> </a:t>
            </a:r>
            <a:r>
              <a:rPr dirty="0" sz="2150" spc="-100" i="1">
                <a:solidFill>
                  <a:srgbClr val="FFFFFF"/>
                </a:solidFill>
                <a:latin typeface="Arial"/>
                <a:cs typeface="Arial"/>
              </a:rPr>
              <a:t>İndus</a:t>
            </a:r>
            <a:r>
              <a:rPr dirty="0" sz="2150" spc="-335" i="1">
                <a:solidFill>
                  <a:srgbClr val="FFFFFF"/>
                </a:solidFill>
                <a:latin typeface="Arial"/>
                <a:cs typeface="Arial"/>
              </a:rPr>
              <a:t> </a:t>
            </a:r>
            <a:r>
              <a:rPr dirty="0" sz="2150" spc="-30" i="1">
                <a:solidFill>
                  <a:srgbClr val="FFFFFF"/>
                </a:solidFill>
                <a:latin typeface="Arial"/>
                <a:cs typeface="Arial"/>
              </a:rPr>
              <a:t>t</a:t>
            </a:r>
            <a:r>
              <a:rPr dirty="0" sz="2150" spc="-325" i="1">
                <a:solidFill>
                  <a:srgbClr val="FFFFFF"/>
                </a:solidFill>
                <a:latin typeface="Arial"/>
                <a:cs typeface="Arial"/>
              </a:rPr>
              <a:t> </a:t>
            </a:r>
            <a:r>
              <a:rPr dirty="0" sz="2150" spc="-100" i="1">
                <a:solidFill>
                  <a:srgbClr val="FFFFFF"/>
                </a:solidFill>
                <a:latin typeface="Arial"/>
                <a:cs typeface="Arial"/>
              </a:rPr>
              <a:t>rİOl</a:t>
            </a:r>
            <a:r>
              <a:rPr dirty="0" sz="2150" spc="105" i="1">
                <a:solidFill>
                  <a:srgbClr val="FFFFFF"/>
                </a:solidFill>
                <a:latin typeface="Arial"/>
                <a:cs typeface="Arial"/>
              </a:rPr>
              <a:t> </a:t>
            </a:r>
            <a:r>
              <a:rPr dirty="0" sz="2150" spc="-60" i="1">
                <a:solidFill>
                  <a:srgbClr val="FFFFFF"/>
                </a:solidFill>
                <a:latin typeface="Arial"/>
                <a:cs typeface="Arial"/>
              </a:rPr>
              <a:t>comeOne’</a:t>
            </a:r>
            <a:endParaRPr sz="2150">
              <a:latin typeface="Arial"/>
              <a:cs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0" y="0"/>
            <a:ext cx="12192000" cy="685799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0" y="0"/>
            <a:ext cx="12192000" cy="685799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0" y="0"/>
            <a:ext cx="12192000" cy="685799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10160" y="6156960"/>
            <a:ext cx="12181840" cy="355600"/>
          </a:xfrm>
          <a:prstGeom prst="rect">
            <a:avLst/>
          </a:prstGeom>
        </p:spPr>
      </p:pic>
      <p:pic>
        <p:nvPicPr>
          <p:cNvPr id="3" name="object 3" descr=""/>
          <p:cNvPicPr/>
          <p:nvPr/>
        </p:nvPicPr>
        <p:blipFill>
          <a:blip r:embed="rId3" cstate="print"/>
          <a:stretch>
            <a:fillRect/>
          </a:stretch>
        </p:blipFill>
        <p:spPr>
          <a:xfrm>
            <a:off x="10160" y="2712720"/>
            <a:ext cx="12181840" cy="558800"/>
          </a:xfrm>
          <a:prstGeom prst="rect">
            <a:avLst/>
          </a:prstGeom>
        </p:spPr>
      </p:pic>
      <p:sp>
        <p:nvSpPr>
          <p:cNvPr id="4" name="object 4" descr=""/>
          <p:cNvSpPr/>
          <p:nvPr/>
        </p:nvSpPr>
        <p:spPr>
          <a:xfrm>
            <a:off x="10160" y="3718559"/>
            <a:ext cx="12171680" cy="487680"/>
          </a:xfrm>
          <a:custGeom>
            <a:avLst/>
            <a:gdLst/>
            <a:ahLst/>
            <a:cxnLst/>
            <a:rect l="l" t="t" r="r" b="b"/>
            <a:pathLst>
              <a:path w="12171680" h="487679">
                <a:moveTo>
                  <a:pt x="12171680" y="487680"/>
                </a:moveTo>
                <a:lnTo>
                  <a:pt x="0" y="487680"/>
                </a:lnTo>
                <a:lnTo>
                  <a:pt x="0" y="0"/>
                </a:lnTo>
                <a:lnTo>
                  <a:pt x="12171680" y="0"/>
                </a:lnTo>
                <a:lnTo>
                  <a:pt x="12171680" y="487680"/>
                </a:lnTo>
                <a:close/>
              </a:path>
            </a:pathLst>
          </a:custGeom>
          <a:solidFill>
            <a:srgbClr val="5B6E70"/>
          </a:solidFill>
        </p:spPr>
        <p:txBody>
          <a:bodyPr wrap="square" lIns="0" tIns="0" rIns="0" bIns="0" rtlCol="0"/>
          <a:lstStyle/>
          <a:p/>
        </p:txBody>
      </p:sp>
      <p:sp>
        <p:nvSpPr>
          <p:cNvPr id="5" name="object 5"/>
          <p:cNvSpPr txBox="1">
            <a:spLocks noGrp="1"/>
          </p:cNvSpPr>
          <p:nvPr>
            <p:ph type="title"/>
          </p:nvPr>
        </p:nvSpPr>
        <p:spPr>
          <a:xfrm>
            <a:off x="4342914" y="3628390"/>
            <a:ext cx="3486785" cy="520700"/>
          </a:xfrm>
          <a:prstGeom prst="rect"/>
        </p:spPr>
        <p:txBody>
          <a:bodyPr wrap="square" lIns="0" tIns="12700" rIns="0" bIns="0" rtlCol="0" vert="horz">
            <a:spAutoFit/>
          </a:bodyPr>
          <a:lstStyle/>
          <a:p>
            <a:pPr marL="12700">
              <a:lnSpc>
                <a:spcPct val="100000"/>
              </a:lnSpc>
              <a:spcBef>
                <a:spcPts val="100"/>
              </a:spcBef>
            </a:pPr>
            <a:r>
              <a:rPr dirty="0" sz="3250" spc="110">
                <a:latin typeface="Calibri"/>
                <a:cs typeface="Calibri"/>
              </a:rPr>
              <a:t>The</a:t>
            </a:r>
            <a:r>
              <a:rPr dirty="0" sz="3250" spc="114">
                <a:latin typeface="Calibri"/>
                <a:cs typeface="Calibri"/>
              </a:rPr>
              <a:t> </a:t>
            </a:r>
            <a:r>
              <a:rPr dirty="0" sz="3250">
                <a:latin typeface="Calibri"/>
                <a:cs typeface="Calibri"/>
              </a:rPr>
              <a:t>new</a:t>
            </a:r>
            <a:r>
              <a:rPr dirty="0" sz="3250" spc="235">
                <a:latin typeface="Calibri"/>
                <a:cs typeface="Calibri"/>
              </a:rPr>
              <a:t> </a:t>
            </a:r>
            <a:r>
              <a:rPr dirty="0" sz="3250" spc="65">
                <a:latin typeface="Calibri"/>
                <a:cs typeface="Calibri"/>
              </a:rPr>
              <a:t>disruptors</a:t>
            </a:r>
            <a:endParaRPr sz="3250">
              <a:latin typeface="Calibri"/>
              <a:cs typeface="Calibri"/>
            </a:endParaRPr>
          </a:p>
        </p:txBody>
      </p:sp>
      <p:grpSp>
        <p:nvGrpSpPr>
          <p:cNvPr id="6" name="object 6" descr=""/>
          <p:cNvGrpSpPr/>
          <p:nvPr/>
        </p:nvGrpSpPr>
        <p:grpSpPr>
          <a:xfrm>
            <a:off x="10160" y="5506720"/>
            <a:ext cx="12181840" cy="81280"/>
            <a:chOff x="10160" y="5506720"/>
            <a:chExt cx="12181840" cy="81280"/>
          </a:xfrm>
        </p:grpSpPr>
        <p:pic>
          <p:nvPicPr>
            <p:cNvPr id="7" name="object 7" descr=""/>
            <p:cNvPicPr/>
            <p:nvPr/>
          </p:nvPicPr>
          <p:blipFill>
            <a:blip r:embed="rId4" cstate="print"/>
            <a:stretch>
              <a:fillRect/>
            </a:stretch>
          </p:blipFill>
          <p:spPr>
            <a:xfrm>
              <a:off x="10160" y="5506720"/>
              <a:ext cx="12181840" cy="81280"/>
            </a:xfrm>
            <a:prstGeom prst="rect">
              <a:avLst/>
            </a:prstGeom>
          </p:spPr>
        </p:pic>
        <p:pic>
          <p:nvPicPr>
            <p:cNvPr id="8" name="object 8" descr=""/>
            <p:cNvPicPr/>
            <p:nvPr/>
          </p:nvPicPr>
          <p:blipFill>
            <a:blip r:embed="rId5" cstate="print"/>
            <a:stretch>
              <a:fillRect/>
            </a:stretch>
          </p:blipFill>
          <p:spPr>
            <a:xfrm>
              <a:off x="10160" y="5506720"/>
              <a:ext cx="12181840" cy="81280"/>
            </a:xfrm>
            <a:prstGeom prst="rect">
              <a:avLst/>
            </a:prstGeom>
          </p:spPr>
        </p:pic>
      </p:grpSp>
      <p:grpSp>
        <p:nvGrpSpPr>
          <p:cNvPr id="9" name="object 9" descr=""/>
          <p:cNvGrpSpPr/>
          <p:nvPr/>
        </p:nvGrpSpPr>
        <p:grpSpPr>
          <a:xfrm>
            <a:off x="10160" y="5689600"/>
            <a:ext cx="12181840" cy="40640"/>
            <a:chOff x="10160" y="5689600"/>
            <a:chExt cx="12181840" cy="40640"/>
          </a:xfrm>
        </p:grpSpPr>
        <p:pic>
          <p:nvPicPr>
            <p:cNvPr id="10" name="object 10" descr=""/>
            <p:cNvPicPr/>
            <p:nvPr/>
          </p:nvPicPr>
          <p:blipFill>
            <a:blip r:embed="rId6" cstate="print"/>
            <a:stretch>
              <a:fillRect/>
            </a:stretch>
          </p:blipFill>
          <p:spPr>
            <a:xfrm>
              <a:off x="10149840" y="5689600"/>
              <a:ext cx="1666240" cy="40640"/>
            </a:xfrm>
            <a:prstGeom prst="rect">
              <a:avLst/>
            </a:prstGeom>
          </p:spPr>
        </p:pic>
        <p:pic>
          <p:nvPicPr>
            <p:cNvPr id="11" name="object 11" descr=""/>
            <p:cNvPicPr/>
            <p:nvPr/>
          </p:nvPicPr>
          <p:blipFill>
            <a:blip r:embed="rId7" cstate="print"/>
            <a:stretch>
              <a:fillRect/>
            </a:stretch>
          </p:blipFill>
          <p:spPr>
            <a:xfrm>
              <a:off x="3241039" y="5689600"/>
              <a:ext cx="6624319" cy="40640"/>
            </a:xfrm>
            <a:prstGeom prst="rect">
              <a:avLst/>
            </a:prstGeom>
          </p:spPr>
        </p:pic>
        <p:pic>
          <p:nvPicPr>
            <p:cNvPr id="12" name="object 12" descr=""/>
            <p:cNvPicPr/>
            <p:nvPr/>
          </p:nvPicPr>
          <p:blipFill>
            <a:blip r:embed="rId8" cstate="print"/>
            <a:stretch>
              <a:fillRect/>
            </a:stretch>
          </p:blipFill>
          <p:spPr>
            <a:xfrm>
              <a:off x="132080" y="5689600"/>
              <a:ext cx="2255520" cy="40640"/>
            </a:xfrm>
            <a:prstGeom prst="rect">
              <a:avLst/>
            </a:prstGeom>
          </p:spPr>
        </p:pic>
        <p:pic>
          <p:nvPicPr>
            <p:cNvPr id="13" name="object 13" descr=""/>
            <p:cNvPicPr/>
            <p:nvPr/>
          </p:nvPicPr>
          <p:blipFill>
            <a:blip r:embed="rId9" cstate="print"/>
            <a:stretch>
              <a:fillRect/>
            </a:stretch>
          </p:blipFill>
          <p:spPr>
            <a:xfrm>
              <a:off x="10160" y="5689600"/>
              <a:ext cx="12181840" cy="40640"/>
            </a:xfrm>
            <a:prstGeom prst="rect">
              <a:avLst/>
            </a:prstGeom>
          </p:spPr>
        </p:pic>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10160" y="6167120"/>
            <a:ext cx="12181840" cy="345440"/>
          </a:xfrm>
          <a:prstGeom prst="rect">
            <a:avLst/>
          </a:prstGeom>
        </p:spPr>
      </p:pic>
      <p:pic>
        <p:nvPicPr>
          <p:cNvPr id="3" name="object 3" descr=""/>
          <p:cNvPicPr/>
          <p:nvPr/>
        </p:nvPicPr>
        <p:blipFill>
          <a:blip r:embed="rId3" cstate="print"/>
          <a:stretch>
            <a:fillRect/>
          </a:stretch>
        </p:blipFill>
        <p:spPr>
          <a:xfrm>
            <a:off x="1351280" y="3169920"/>
            <a:ext cx="528319" cy="447040"/>
          </a:xfrm>
          <a:prstGeom prst="rect">
            <a:avLst/>
          </a:prstGeom>
        </p:spPr>
      </p:pic>
      <p:pic>
        <p:nvPicPr>
          <p:cNvPr id="4" name="object 4" descr=""/>
          <p:cNvPicPr/>
          <p:nvPr/>
        </p:nvPicPr>
        <p:blipFill>
          <a:blip r:embed="rId4" cstate="print"/>
          <a:stretch>
            <a:fillRect/>
          </a:stretch>
        </p:blipFill>
        <p:spPr>
          <a:xfrm>
            <a:off x="3393440" y="3180079"/>
            <a:ext cx="294639" cy="436880"/>
          </a:xfrm>
          <a:prstGeom prst="rect">
            <a:avLst/>
          </a:prstGeom>
        </p:spPr>
      </p:pic>
      <p:pic>
        <p:nvPicPr>
          <p:cNvPr id="5" name="object 5" descr=""/>
          <p:cNvPicPr/>
          <p:nvPr/>
        </p:nvPicPr>
        <p:blipFill>
          <a:blip r:embed="rId5" cstate="print"/>
          <a:stretch>
            <a:fillRect/>
          </a:stretch>
        </p:blipFill>
        <p:spPr>
          <a:xfrm>
            <a:off x="4653279" y="3169920"/>
            <a:ext cx="284479" cy="447040"/>
          </a:xfrm>
          <a:prstGeom prst="rect">
            <a:avLst/>
          </a:prstGeom>
        </p:spPr>
      </p:pic>
      <p:pic>
        <p:nvPicPr>
          <p:cNvPr id="6" name="object 6" descr=""/>
          <p:cNvPicPr/>
          <p:nvPr/>
        </p:nvPicPr>
        <p:blipFill>
          <a:blip r:embed="rId6" cstate="print"/>
          <a:stretch>
            <a:fillRect/>
          </a:stretch>
        </p:blipFill>
        <p:spPr>
          <a:xfrm>
            <a:off x="7620000" y="3169920"/>
            <a:ext cx="375920" cy="447040"/>
          </a:xfrm>
          <a:prstGeom prst="rect">
            <a:avLst/>
          </a:prstGeom>
        </p:spPr>
      </p:pic>
      <p:sp>
        <p:nvSpPr>
          <p:cNvPr id="7" name="object 7" descr=""/>
          <p:cNvSpPr/>
          <p:nvPr/>
        </p:nvSpPr>
        <p:spPr>
          <a:xfrm>
            <a:off x="8991600" y="3606800"/>
            <a:ext cx="317500" cy="11430"/>
          </a:xfrm>
          <a:custGeom>
            <a:avLst/>
            <a:gdLst/>
            <a:ahLst/>
            <a:cxnLst/>
            <a:rect l="l" t="t" r="r" b="b"/>
            <a:pathLst>
              <a:path w="317500" h="11429">
                <a:moveTo>
                  <a:pt x="0" y="11175"/>
                </a:moveTo>
                <a:lnTo>
                  <a:pt x="316992" y="11175"/>
                </a:lnTo>
                <a:lnTo>
                  <a:pt x="316992" y="0"/>
                </a:lnTo>
                <a:lnTo>
                  <a:pt x="0" y="0"/>
                </a:lnTo>
                <a:lnTo>
                  <a:pt x="0" y="11175"/>
                </a:lnTo>
                <a:close/>
              </a:path>
            </a:pathLst>
          </a:custGeom>
          <a:solidFill>
            <a:srgbClr val="DDDDDD"/>
          </a:solidFill>
        </p:spPr>
        <p:txBody>
          <a:bodyPr wrap="square" lIns="0" tIns="0" rIns="0" bIns="0" rtlCol="0"/>
          <a:lstStyle/>
          <a:p/>
        </p:txBody>
      </p:sp>
      <p:grpSp>
        <p:nvGrpSpPr>
          <p:cNvPr id="8" name="object 8" descr=""/>
          <p:cNvGrpSpPr/>
          <p:nvPr/>
        </p:nvGrpSpPr>
        <p:grpSpPr>
          <a:xfrm>
            <a:off x="1940560" y="3169920"/>
            <a:ext cx="1127760" cy="447040"/>
            <a:chOff x="1940560" y="3169920"/>
            <a:chExt cx="1127760" cy="447040"/>
          </a:xfrm>
        </p:grpSpPr>
        <p:pic>
          <p:nvPicPr>
            <p:cNvPr id="9" name="object 9" descr=""/>
            <p:cNvPicPr/>
            <p:nvPr/>
          </p:nvPicPr>
          <p:blipFill>
            <a:blip r:embed="rId7" cstate="print"/>
            <a:stretch>
              <a:fillRect/>
            </a:stretch>
          </p:blipFill>
          <p:spPr>
            <a:xfrm>
              <a:off x="1940560" y="3169920"/>
              <a:ext cx="1127760" cy="447040"/>
            </a:xfrm>
            <a:prstGeom prst="rect">
              <a:avLst/>
            </a:prstGeom>
          </p:spPr>
        </p:pic>
        <p:pic>
          <p:nvPicPr>
            <p:cNvPr id="10" name="object 10" descr=""/>
            <p:cNvPicPr/>
            <p:nvPr/>
          </p:nvPicPr>
          <p:blipFill>
            <a:blip r:embed="rId8" cstate="print"/>
            <a:stretch>
              <a:fillRect/>
            </a:stretch>
          </p:blipFill>
          <p:spPr>
            <a:xfrm>
              <a:off x="1940560" y="3169920"/>
              <a:ext cx="1127760" cy="447040"/>
            </a:xfrm>
            <a:prstGeom prst="rect">
              <a:avLst/>
            </a:prstGeom>
          </p:spPr>
        </p:pic>
      </p:grpSp>
      <p:grpSp>
        <p:nvGrpSpPr>
          <p:cNvPr id="11" name="object 11" descr=""/>
          <p:cNvGrpSpPr/>
          <p:nvPr/>
        </p:nvGrpSpPr>
        <p:grpSpPr>
          <a:xfrm>
            <a:off x="3241039" y="3169920"/>
            <a:ext cx="81280" cy="447040"/>
            <a:chOff x="3241039" y="3169920"/>
            <a:chExt cx="81280" cy="447040"/>
          </a:xfrm>
        </p:grpSpPr>
        <p:pic>
          <p:nvPicPr>
            <p:cNvPr id="12" name="object 12" descr=""/>
            <p:cNvPicPr/>
            <p:nvPr/>
          </p:nvPicPr>
          <p:blipFill>
            <a:blip r:embed="rId9" cstate="print"/>
            <a:stretch>
              <a:fillRect/>
            </a:stretch>
          </p:blipFill>
          <p:spPr>
            <a:xfrm>
              <a:off x="3241039" y="3169920"/>
              <a:ext cx="81279" cy="447040"/>
            </a:xfrm>
            <a:prstGeom prst="rect">
              <a:avLst/>
            </a:prstGeom>
          </p:spPr>
        </p:pic>
        <p:pic>
          <p:nvPicPr>
            <p:cNvPr id="13" name="object 13" descr=""/>
            <p:cNvPicPr/>
            <p:nvPr/>
          </p:nvPicPr>
          <p:blipFill>
            <a:blip r:embed="rId10" cstate="print"/>
            <a:stretch>
              <a:fillRect/>
            </a:stretch>
          </p:blipFill>
          <p:spPr>
            <a:xfrm>
              <a:off x="3241039" y="3169920"/>
              <a:ext cx="81279" cy="447040"/>
            </a:xfrm>
            <a:prstGeom prst="rect">
              <a:avLst/>
            </a:prstGeom>
          </p:spPr>
        </p:pic>
      </p:grpSp>
      <p:sp>
        <p:nvSpPr>
          <p:cNvPr id="14" name="object 14" descr=""/>
          <p:cNvSpPr/>
          <p:nvPr/>
        </p:nvSpPr>
        <p:spPr>
          <a:xfrm>
            <a:off x="3840479" y="3169920"/>
            <a:ext cx="701040" cy="436880"/>
          </a:xfrm>
          <a:custGeom>
            <a:avLst/>
            <a:gdLst/>
            <a:ahLst/>
            <a:cxnLst/>
            <a:rect l="l" t="t" r="r" b="b"/>
            <a:pathLst>
              <a:path w="701039" h="436879">
                <a:moveTo>
                  <a:pt x="701040" y="436880"/>
                </a:moveTo>
                <a:lnTo>
                  <a:pt x="0" y="436880"/>
                </a:lnTo>
                <a:lnTo>
                  <a:pt x="0" y="0"/>
                </a:lnTo>
                <a:lnTo>
                  <a:pt x="701040" y="0"/>
                </a:lnTo>
                <a:lnTo>
                  <a:pt x="701040" y="436880"/>
                </a:lnTo>
                <a:close/>
              </a:path>
            </a:pathLst>
          </a:custGeom>
          <a:solidFill>
            <a:srgbClr val="829E95"/>
          </a:solidFill>
        </p:spPr>
        <p:txBody>
          <a:bodyPr wrap="square" lIns="0" tIns="0" rIns="0" bIns="0" rtlCol="0"/>
          <a:lstStyle/>
          <a:p/>
        </p:txBody>
      </p:sp>
      <p:sp>
        <p:nvSpPr>
          <p:cNvPr id="15" name="object 15" descr=""/>
          <p:cNvSpPr/>
          <p:nvPr/>
        </p:nvSpPr>
        <p:spPr>
          <a:xfrm>
            <a:off x="5120640" y="3169920"/>
            <a:ext cx="2418080" cy="436880"/>
          </a:xfrm>
          <a:custGeom>
            <a:avLst/>
            <a:gdLst/>
            <a:ahLst/>
            <a:cxnLst/>
            <a:rect l="l" t="t" r="r" b="b"/>
            <a:pathLst>
              <a:path w="2418079" h="436879">
                <a:moveTo>
                  <a:pt x="2418080" y="436880"/>
                </a:moveTo>
                <a:lnTo>
                  <a:pt x="0" y="436880"/>
                </a:lnTo>
                <a:lnTo>
                  <a:pt x="0" y="0"/>
                </a:lnTo>
                <a:lnTo>
                  <a:pt x="2418080" y="0"/>
                </a:lnTo>
                <a:lnTo>
                  <a:pt x="2418080" y="436880"/>
                </a:lnTo>
                <a:close/>
              </a:path>
            </a:pathLst>
          </a:custGeom>
          <a:solidFill>
            <a:srgbClr val="2F4B4B"/>
          </a:solidFill>
        </p:spPr>
        <p:txBody>
          <a:bodyPr wrap="square" lIns="0" tIns="0" rIns="0" bIns="0" rtlCol="0"/>
          <a:lstStyle/>
          <a:p/>
        </p:txBody>
      </p:sp>
      <p:sp>
        <p:nvSpPr>
          <p:cNvPr id="16" name="object 16"/>
          <p:cNvSpPr txBox="1">
            <a:spLocks noGrp="1"/>
          </p:cNvSpPr>
          <p:nvPr>
            <p:ph type="title"/>
          </p:nvPr>
        </p:nvSpPr>
        <p:spPr>
          <a:xfrm>
            <a:off x="3822896" y="2923540"/>
            <a:ext cx="3716020" cy="817880"/>
          </a:xfrm>
          <a:prstGeom prst="rect"/>
        </p:spPr>
        <p:txBody>
          <a:bodyPr wrap="square" lIns="0" tIns="12700" rIns="0" bIns="0" rtlCol="0" vert="horz">
            <a:spAutoFit/>
          </a:bodyPr>
          <a:lstStyle/>
          <a:p>
            <a:pPr marL="12700">
              <a:lnSpc>
                <a:spcPct val="100000"/>
              </a:lnSpc>
              <a:spcBef>
                <a:spcPts val="100"/>
              </a:spcBef>
              <a:tabLst>
                <a:tab pos="1276350" algn="l"/>
              </a:tabLst>
            </a:pPr>
            <a:r>
              <a:rPr dirty="0" sz="5150" spc="-615"/>
              <a:t>TH</a:t>
            </a:r>
            <a:r>
              <a:rPr dirty="0" sz="5150"/>
              <a:t>	</a:t>
            </a:r>
            <a:r>
              <a:rPr dirty="0" sz="5200" spc="95">
                <a:latin typeface="Calibri"/>
                <a:cs typeface="Calibri"/>
              </a:rPr>
              <a:t>COMMO</a:t>
            </a:r>
            <a:endParaRPr sz="5200">
              <a:latin typeface="Calibri"/>
              <a:cs typeface="Calibri"/>
            </a:endParaRPr>
          </a:p>
        </p:txBody>
      </p:sp>
      <p:grpSp>
        <p:nvGrpSpPr>
          <p:cNvPr id="17" name="object 17" descr=""/>
          <p:cNvGrpSpPr/>
          <p:nvPr/>
        </p:nvGrpSpPr>
        <p:grpSpPr>
          <a:xfrm>
            <a:off x="8178800" y="3169920"/>
            <a:ext cx="711200" cy="447040"/>
            <a:chOff x="8178800" y="3169920"/>
            <a:chExt cx="711200" cy="447040"/>
          </a:xfrm>
        </p:grpSpPr>
        <p:pic>
          <p:nvPicPr>
            <p:cNvPr id="18" name="object 18" descr=""/>
            <p:cNvPicPr/>
            <p:nvPr/>
          </p:nvPicPr>
          <p:blipFill>
            <a:blip r:embed="rId11" cstate="print"/>
            <a:stretch>
              <a:fillRect/>
            </a:stretch>
          </p:blipFill>
          <p:spPr>
            <a:xfrm>
              <a:off x="8178800" y="3169920"/>
              <a:ext cx="711200" cy="447040"/>
            </a:xfrm>
            <a:prstGeom prst="rect">
              <a:avLst/>
            </a:prstGeom>
          </p:spPr>
        </p:pic>
        <p:pic>
          <p:nvPicPr>
            <p:cNvPr id="19" name="object 19" descr=""/>
            <p:cNvPicPr/>
            <p:nvPr/>
          </p:nvPicPr>
          <p:blipFill>
            <a:blip r:embed="rId12" cstate="print"/>
            <a:stretch>
              <a:fillRect/>
            </a:stretch>
          </p:blipFill>
          <p:spPr>
            <a:xfrm>
              <a:off x="8178800" y="3169920"/>
              <a:ext cx="711200" cy="447040"/>
            </a:xfrm>
            <a:prstGeom prst="rect">
              <a:avLst/>
            </a:prstGeom>
          </p:spPr>
        </p:pic>
      </p:grpSp>
      <p:sp>
        <p:nvSpPr>
          <p:cNvPr id="20" name="object 20" descr=""/>
          <p:cNvSpPr/>
          <p:nvPr/>
        </p:nvSpPr>
        <p:spPr>
          <a:xfrm>
            <a:off x="8991600" y="3169920"/>
            <a:ext cx="314960" cy="436880"/>
          </a:xfrm>
          <a:custGeom>
            <a:avLst/>
            <a:gdLst/>
            <a:ahLst/>
            <a:cxnLst/>
            <a:rect l="l" t="t" r="r" b="b"/>
            <a:pathLst>
              <a:path w="314959" h="436879">
                <a:moveTo>
                  <a:pt x="314960" y="436880"/>
                </a:moveTo>
                <a:lnTo>
                  <a:pt x="0" y="436880"/>
                </a:lnTo>
                <a:lnTo>
                  <a:pt x="0" y="0"/>
                </a:lnTo>
                <a:lnTo>
                  <a:pt x="314960" y="0"/>
                </a:lnTo>
                <a:lnTo>
                  <a:pt x="314960" y="436880"/>
                </a:lnTo>
                <a:close/>
              </a:path>
            </a:pathLst>
          </a:custGeom>
          <a:solidFill>
            <a:srgbClr val="6D6D6D"/>
          </a:solidFill>
        </p:spPr>
        <p:txBody>
          <a:bodyPr wrap="square" lIns="0" tIns="0" rIns="0" bIns="0" rtlCol="0"/>
          <a:lstStyle/>
          <a:p/>
        </p:txBody>
      </p:sp>
      <p:sp>
        <p:nvSpPr>
          <p:cNvPr id="21" name="object 21" descr=""/>
          <p:cNvSpPr txBox="1"/>
          <p:nvPr/>
        </p:nvSpPr>
        <p:spPr>
          <a:xfrm>
            <a:off x="8922213" y="2876550"/>
            <a:ext cx="388620" cy="886460"/>
          </a:xfrm>
          <a:prstGeom prst="rect">
            <a:avLst/>
          </a:prstGeom>
        </p:spPr>
        <p:txBody>
          <a:bodyPr wrap="square" lIns="0" tIns="12700" rIns="0" bIns="0" rtlCol="0" vert="horz">
            <a:spAutoFit/>
          </a:bodyPr>
          <a:lstStyle/>
          <a:p>
            <a:pPr marL="12700">
              <a:lnSpc>
                <a:spcPct val="100000"/>
              </a:lnSpc>
              <a:spcBef>
                <a:spcPts val="100"/>
              </a:spcBef>
            </a:pPr>
            <a:r>
              <a:rPr dirty="0" sz="5650" spc="-1275">
                <a:solidFill>
                  <a:srgbClr val="FFFFFF"/>
                </a:solidFill>
                <a:latin typeface="Arial"/>
                <a:cs typeface="Arial"/>
              </a:rPr>
              <a:t>R</a:t>
            </a:r>
            <a:endParaRPr sz="5650">
              <a:latin typeface="Arial"/>
              <a:cs typeface="Arial"/>
            </a:endParaRPr>
          </a:p>
        </p:txBody>
      </p:sp>
      <p:grpSp>
        <p:nvGrpSpPr>
          <p:cNvPr id="22" name="object 22" descr=""/>
          <p:cNvGrpSpPr/>
          <p:nvPr/>
        </p:nvGrpSpPr>
        <p:grpSpPr>
          <a:xfrm>
            <a:off x="9398000" y="3169920"/>
            <a:ext cx="711200" cy="447040"/>
            <a:chOff x="9398000" y="3169920"/>
            <a:chExt cx="711200" cy="447040"/>
          </a:xfrm>
        </p:grpSpPr>
        <p:pic>
          <p:nvPicPr>
            <p:cNvPr id="23" name="object 23" descr=""/>
            <p:cNvPicPr/>
            <p:nvPr/>
          </p:nvPicPr>
          <p:blipFill>
            <a:blip r:embed="rId13" cstate="print"/>
            <a:stretch>
              <a:fillRect/>
            </a:stretch>
          </p:blipFill>
          <p:spPr>
            <a:xfrm>
              <a:off x="9398000" y="3169920"/>
              <a:ext cx="711200" cy="447040"/>
            </a:xfrm>
            <a:prstGeom prst="rect">
              <a:avLst/>
            </a:prstGeom>
          </p:spPr>
        </p:pic>
        <p:pic>
          <p:nvPicPr>
            <p:cNvPr id="24" name="object 24" descr=""/>
            <p:cNvPicPr/>
            <p:nvPr/>
          </p:nvPicPr>
          <p:blipFill>
            <a:blip r:embed="rId14" cstate="print"/>
            <a:stretch>
              <a:fillRect/>
            </a:stretch>
          </p:blipFill>
          <p:spPr>
            <a:xfrm>
              <a:off x="9398000" y="3169920"/>
              <a:ext cx="711200" cy="447040"/>
            </a:xfrm>
            <a:prstGeom prst="rect">
              <a:avLst/>
            </a:prstGeom>
          </p:spPr>
        </p:pic>
      </p:grpSp>
      <p:grpSp>
        <p:nvGrpSpPr>
          <p:cNvPr id="25" name="object 25" descr=""/>
          <p:cNvGrpSpPr/>
          <p:nvPr/>
        </p:nvGrpSpPr>
        <p:grpSpPr>
          <a:xfrm>
            <a:off x="10160000" y="3169920"/>
            <a:ext cx="660400" cy="447040"/>
            <a:chOff x="10160000" y="3169920"/>
            <a:chExt cx="660400" cy="447040"/>
          </a:xfrm>
        </p:grpSpPr>
        <p:pic>
          <p:nvPicPr>
            <p:cNvPr id="26" name="object 26" descr=""/>
            <p:cNvPicPr/>
            <p:nvPr/>
          </p:nvPicPr>
          <p:blipFill>
            <a:blip r:embed="rId15" cstate="print"/>
            <a:stretch>
              <a:fillRect/>
            </a:stretch>
          </p:blipFill>
          <p:spPr>
            <a:xfrm>
              <a:off x="10160000" y="3169920"/>
              <a:ext cx="660400" cy="447040"/>
            </a:xfrm>
            <a:prstGeom prst="rect">
              <a:avLst/>
            </a:prstGeom>
          </p:spPr>
        </p:pic>
        <p:pic>
          <p:nvPicPr>
            <p:cNvPr id="27" name="object 27" descr=""/>
            <p:cNvPicPr/>
            <p:nvPr/>
          </p:nvPicPr>
          <p:blipFill>
            <a:blip r:embed="rId16" cstate="print"/>
            <a:stretch>
              <a:fillRect/>
            </a:stretch>
          </p:blipFill>
          <p:spPr>
            <a:xfrm>
              <a:off x="10160000" y="3169920"/>
              <a:ext cx="660400" cy="447040"/>
            </a:xfrm>
            <a:prstGeom prst="rect">
              <a:avLst/>
            </a:prstGeom>
          </p:spPr>
        </p:pic>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0" y="6209270"/>
            <a:ext cx="12192000" cy="350108"/>
          </a:xfrm>
          <a:prstGeom prst="rect">
            <a:avLst/>
          </a:prstGeom>
        </p:spPr>
      </p:pic>
      <p:pic>
        <p:nvPicPr>
          <p:cNvPr id="3" name="object 3" descr=""/>
          <p:cNvPicPr/>
          <p:nvPr/>
        </p:nvPicPr>
        <p:blipFill>
          <a:blip r:embed="rId3" cstate="print"/>
          <a:stretch>
            <a:fillRect/>
          </a:stretch>
        </p:blipFill>
        <p:spPr>
          <a:xfrm>
            <a:off x="0" y="3120081"/>
            <a:ext cx="12192000" cy="1040027"/>
          </a:xfrm>
          <a:prstGeom prst="rect">
            <a:avLst/>
          </a:prstGeom>
        </p:spPr>
      </p:pic>
      <p:pic>
        <p:nvPicPr>
          <p:cNvPr id="4" name="object 4" descr=""/>
          <p:cNvPicPr/>
          <p:nvPr/>
        </p:nvPicPr>
        <p:blipFill>
          <a:blip r:embed="rId4" cstate="print"/>
          <a:stretch>
            <a:fillRect/>
          </a:stretch>
        </p:blipFill>
        <p:spPr>
          <a:xfrm>
            <a:off x="2019976" y="1812324"/>
            <a:ext cx="288568" cy="453081"/>
          </a:xfrm>
          <a:prstGeom prst="rect">
            <a:avLst/>
          </a:prstGeom>
        </p:spPr>
      </p:pic>
      <p:pic>
        <p:nvPicPr>
          <p:cNvPr id="5" name="object 5" descr=""/>
          <p:cNvPicPr/>
          <p:nvPr/>
        </p:nvPicPr>
        <p:blipFill>
          <a:blip r:embed="rId5" cstate="print"/>
          <a:stretch>
            <a:fillRect/>
          </a:stretch>
        </p:blipFill>
        <p:spPr>
          <a:xfrm>
            <a:off x="2380686" y="1812324"/>
            <a:ext cx="350404" cy="453081"/>
          </a:xfrm>
          <a:prstGeom prst="rect">
            <a:avLst/>
          </a:prstGeom>
        </p:spPr>
      </p:pic>
      <p:pic>
        <p:nvPicPr>
          <p:cNvPr id="6" name="object 6" descr=""/>
          <p:cNvPicPr/>
          <p:nvPr/>
        </p:nvPicPr>
        <p:blipFill>
          <a:blip r:embed="rId6" cstate="print"/>
          <a:stretch>
            <a:fillRect/>
          </a:stretch>
        </p:blipFill>
        <p:spPr>
          <a:xfrm>
            <a:off x="3514346" y="1812324"/>
            <a:ext cx="391628" cy="453081"/>
          </a:xfrm>
          <a:prstGeom prst="rect">
            <a:avLst/>
          </a:prstGeom>
        </p:spPr>
      </p:pic>
      <p:pic>
        <p:nvPicPr>
          <p:cNvPr id="7" name="object 7" descr=""/>
          <p:cNvPicPr/>
          <p:nvPr/>
        </p:nvPicPr>
        <p:blipFill>
          <a:blip r:embed="rId7" cstate="print"/>
          <a:stretch>
            <a:fillRect/>
          </a:stretch>
        </p:blipFill>
        <p:spPr>
          <a:xfrm>
            <a:off x="3967811" y="1812324"/>
            <a:ext cx="329792" cy="453081"/>
          </a:xfrm>
          <a:prstGeom prst="rect">
            <a:avLst/>
          </a:prstGeom>
        </p:spPr>
      </p:pic>
      <p:pic>
        <p:nvPicPr>
          <p:cNvPr id="8" name="object 8" descr=""/>
          <p:cNvPicPr/>
          <p:nvPr/>
        </p:nvPicPr>
        <p:blipFill>
          <a:blip r:embed="rId8" cstate="print"/>
          <a:stretch>
            <a:fillRect/>
          </a:stretch>
        </p:blipFill>
        <p:spPr>
          <a:xfrm>
            <a:off x="7811948" y="1812324"/>
            <a:ext cx="82448" cy="453081"/>
          </a:xfrm>
          <a:prstGeom prst="rect">
            <a:avLst/>
          </a:prstGeom>
        </p:spPr>
      </p:pic>
      <p:pic>
        <p:nvPicPr>
          <p:cNvPr id="9" name="object 9" descr=""/>
          <p:cNvPicPr/>
          <p:nvPr/>
        </p:nvPicPr>
        <p:blipFill>
          <a:blip r:embed="rId9" cstate="print"/>
          <a:stretch>
            <a:fillRect/>
          </a:stretch>
        </p:blipFill>
        <p:spPr>
          <a:xfrm>
            <a:off x="8605512" y="1812324"/>
            <a:ext cx="288568" cy="453081"/>
          </a:xfrm>
          <a:prstGeom prst="rect">
            <a:avLst/>
          </a:prstGeom>
        </p:spPr>
      </p:pic>
      <p:pic>
        <p:nvPicPr>
          <p:cNvPr id="10" name="object 10" descr=""/>
          <p:cNvPicPr/>
          <p:nvPr/>
        </p:nvPicPr>
        <p:blipFill>
          <a:blip r:embed="rId10" cstate="print"/>
          <a:stretch>
            <a:fillRect/>
          </a:stretch>
        </p:blipFill>
        <p:spPr>
          <a:xfrm>
            <a:off x="8976527" y="1812324"/>
            <a:ext cx="381322" cy="453081"/>
          </a:xfrm>
          <a:prstGeom prst="rect">
            <a:avLst/>
          </a:prstGeom>
        </p:spPr>
      </p:pic>
      <p:pic>
        <p:nvPicPr>
          <p:cNvPr id="11" name="object 11" descr=""/>
          <p:cNvPicPr/>
          <p:nvPr/>
        </p:nvPicPr>
        <p:blipFill>
          <a:blip r:embed="rId11" cstate="print"/>
          <a:stretch>
            <a:fillRect/>
          </a:stretch>
        </p:blipFill>
        <p:spPr>
          <a:xfrm>
            <a:off x="9419685" y="1812324"/>
            <a:ext cx="391628" cy="453081"/>
          </a:xfrm>
          <a:prstGeom prst="rect">
            <a:avLst/>
          </a:prstGeom>
        </p:spPr>
      </p:pic>
      <p:pic>
        <p:nvPicPr>
          <p:cNvPr id="12" name="object 12" descr=""/>
          <p:cNvPicPr/>
          <p:nvPr/>
        </p:nvPicPr>
        <p:blipFill>
          <a:blip r:embed="rId12" cstate="print"/>
          <a:stretch>
            <a:fillRect/>
          </a:stretch>
        </p:blipFill>
        <p:spPr>
          <a:xfrm>
            <a:off x="9883456" y="1812324"/>
            <a:ext cx="288568" cy="453081"/>
          </a:xfrm>
          <a:prstGeom prst="rect">
            <a:avLst/>
          </a:prstGeom>
        </p:spPr>
      </p:pic>
      <p:pic>
        <p:nvPicPr>
          <p:cNvPr id="13" name="object 13" descr=""/>
          <p:cNvPicPr/>
          <p:nvPr/>
        </p:nvPicPr>
        <p:blipFill>
          <a:blip r:embed="rId13" cstate="print"/>
          <a:stretch>
            <a:fillRect/>
          </a:stretch>
        </p:blipFill>
        <p:spPr>
          <a:xfrm>
            <a:off x="2772314" y="1081215"/>
            <a:ext cx="360710" cy="453081"/>
          </a:xfrm>
          <a:prstGeom prst="rect">
            <a:avLst/>
          </a:prstGeom>
        </p:spPr>
      </p:pic>
      <p:pic>
        <p:nvPicPr>
          <p:cNvPr id="14" name="object 14" descr=""/>
          <p:cNvPicPr/>
          <p:nvPr/>
        </p:nvPicPr>
        <p:blipFill>
          <a:blip r:embed="rId14" cstate="print"/>
          <a:stretch>
            <a:fillRect/>
          </a:stretch>
        </p:blipFill>
        <p:spPr>
          <a:xfrm>
            <a:off x="3225778" y="1081215"/>
            <a:ext cx="371016" cy="453081"/>
          </a:xfrm>
          <a:prstGeom prst="rect">
            <a:avLst/>
          </a:prstGeom>
        </p:spPr>
      </p:pic>
      <p:pic>
        <p:nvPicPr>
          <p:cNvPr id="15" name="object 15" descr=""/>
          <p:cNvPicPr/>
          <p:nvPr/>
        </p:nvPicPr>
        <p:blipFill>
          <a:blip r:embed="rId15" cstate="print"/>
          <a:stretch>
            <a:fillRect/>
          </a:stretch>
        </p:blipFill>
        <p:spPr>
          <a:xfrm>
            <a:off x="3710160" y="1081215"/>
            <a:ext cx="381322" cy="453081"/>
          </a:xfrm>
          <a:prstGeom prst="rect">
            <a:avLst/>
          </a:prstGeom>
        </p:spPr>
      </p:pic>
      <p:pic>
        <p:nvPicPr>
          <p:cNvPr id="16" name="object 16" descr=""/>
          <p:cNvPicPr/>
          <p:nvPr/>
        </p:nvPicPr>
        <p:blipFill>
          <a:blip r:embed="rId16" cstate="print"/>
          <a:stretch>
            <a:fillRect/>
          </a:stretch>
        </p:blipFill>
        <p:spPr>
          <a:xfrm>
            <a:off x="4163625" y="1081215"/>
            <a:ext cx="288568" cy="453081"/>
          </a:xfrm>
          <a:prstGeom prst="rect">
            <a:avLst/>
          </a:prstGeom>
        </p:spPr>
      </p:pic>
      <p:pic>
        <p:nvPicPr>
          <p:cNvPr id="17" name="object 17" descr=""/>
          <p:cNvPicPr/>
          <p:nvPr/>
        </p:nvPicPr>
        <p:blipFill>
          <a:blip r:embed="rId17" cstate="print"/>
          <a:stretch>
            <a:fillRect/>
          </a:stretch>
        </p:blipFill>
        <p:spPr>
          <a:xfrm>
            <a:off x="7801643" y="1081215"/>
            <a:ext cx="103060" cy="453081"/>
          </a:xfrm>
          <a:prstGeom prst="rect">
            <a:avLst/>
          </a:prstGeom>
        </p:spPr>
      </p:pic>
      <p:pic>
        <p:nvPicPr>
          <p:cNvPr id="18" name="object 18" descr=""/>
          <p:cNvPicPr/>
          <p:nvPr/>
        </p:nvPicPr>
        <p:blipFill>
          <a:blip r:embed="rId18" cstate="print"/>
          <a:stretch>
            <a:fillRect/>
          </a:stretch>
        </p:blipFill>
        <p:spPr>
          <a:xfrm>
            <a:off x="9945292" y="1081215"/>
            <a:ext cx="309180" cy="453081"/>
          </a:xfrm>
          <a:prstGeom prst="rect">
            <a:avLst/>
          </a:prstGeom>
        </p:spPr>
      </p:pic>
      <p:pic>
        <p:nvPicPr>
          <p:cNvPr id="19" name="object 19" descr=""/>
          <p:cNvPicPr/>
          <p:nvPr/>
        </p:nvPicPr>
        <p:blipFill>
          <a:blip r:embed="rId19" cstate="print"/>
          <a:stretch>
            <a:fillRect/>
          </a:stretch>
        </p:blipFill>
        <p:spPr>
          <a:xfrm>
            <a:off x="10306001" y="1081215"/>
            <a:ext cx="371016" cy="453081"/>
          </a:xfrm>
          <a:prstGeom prst="rect">
            <a:avLst/>
          </a:prstGeom>
        </p:spPr>
      </p:pic>
      <p:pic>
        <p:nvPicPr>
          <p:cNvPr id="20" name="object 20" descr=""/>
          <p:cNvPicPr/>
          <p:nvPr/>
        </p:nvPicPr>
        <p:blipFill>
          <a:blip r:embed="rId20" cstate="print"/>
          <a:stretch>
            <a:fillRect/>
          </a:stretch>
        </p:blipFill>
        <p:spPr>
          <a:xfrm>
            <a:off x="10780078" y="1081215"/>
            <a:ext cx="288568" cy="453081"/>
          </a:xfrm>
          <a:prstGeom prst="rect">
            <a:avLst/>
          </a:prstGeom>
        </p:spPr>
      </p:pic>
      <p:sp>
        <p:nvSpPr>
          <p:cNvPr id="21" name="object 21" descr=""/>
          <p:cNvSpPr/>
          <p:nvPr/>
        </p:nvSpPr>
        <p:spPr>
          <a:xfrm>
            <a:off x="1102742" y="1081215"/>
            <a:ext cx="711200" cy="443230"/>
          </a:xfrm>
          <a:custGeom>
            <a:avLst/>
            <a:gdLst/>
            <a:ahLst/>
            <a:cxnLst/>
            <a:rect l="l" t="t" r="r" b="b"/>
            <a:pathLst>
              <a:path w="711200" h="443230">
                <a:moveTo>
                  <a:pt x="711113" y="442783"/>
                </a:moveTo>
                <a:lnTo>
                  <a:pt x="0" y="442783"/>
                </a:lnTo>
                <a:lnTo>
                  <a:pt x="0" y="0"/>
                </a:lnTo>
                <a:lnTo>
                  <a:pt x="711113" y="0"/>
                </a:lnTo>
                <a:lnTo>
                  <a:pt x="711113" y="442783"/>
                </a:lnTo>
                <a:close/>
              </a:path>
            </a:pathLst>
          </a:custGeom>
          <a:solidFill>
            <a:srgbClr val="6E3D34"/>
          </a:solidFill>
        </p:spPr>
        <p:txBody>
          <a:bodyPr wrap="square" lIns="0" tIns="0" rIns="0" bIns="0" rtlCol="0"/>
          <a:lstStyle/>
          <a:p/>
        </p:txBody>
      </p:sp>
      <p:sp>
        <p:nvSpPr>
          <p:cNvPr id="22" name="object 22" descr=""/>
          <p:cNvSpPr/>
          <p:nvPr/>
        </p:nvSpPr>
        <p:spPr>
          <a:xfrm>
            <a:off x="1927222" y="1081215"/>
            <a:ext cx="669925" cy="443230"/>
          </a:xfrm>
          <a:custGeom>
            <a:avLst/>
            <a:gdLst/>
            <a:ahLst/>
            <a:cxnLst/>
            <a:rect l="l" t="t" r="r" b="b"/>
            <a:pathLst>
              <a:path w="669925" h="443230">
                <a:moveTo>
                  <a:pt x="669889" y="442783"/>
                </a:moveTo>
                <a:lnTo>
                  <a:pt x="0" y="442783"/>
                </a:lnTo>
                <a:lnTo>
                  <a:pt x="0" y="0"/>
                </a:lnTo>
                <a:lnTo>
                  <a:pt x="669889" y="0"/>
                </a:lnTo>
                <a:lnTo>
                  <a:pt x="669889" y="442783"/>
                </a:lnTo>
                <a:close/>
              </a:path>
            </a:pathLst>
          </a:custGeom>
          <a:solidFill>
            <a:srgbClr val="6D4646"/>
          </a:solidFill>
        </p:spPr>
        <p:txBody>
          <a:bodyPr wrap="square" lIns="0" tIns="0" rIns="0" bIns="0" rtlCol="0"/>
          <a:lstStyle/>
          <a:p/>
        </p:txBody>
      </p:sp>
      <p:sp>
        <p:nvSpPr>
          <p:cNvPr id="23" name="object 23"/>
          <p:cNvSpPr txBox="1">
            <a:spLocks noGrp="1"/>
          </p:cNvSpPr>
          <p:nvPr>
            <p:ph type="title"/>
          </p:nvPr>
        </p:nvSpPr>
        <p:spPr>
          <a:xfrm>
            <a:off x="1074766" y="837399"/>
            <a:ext cx="1508125" cy="822325"/>
          </a:xfrm>
          <a:prstGeom prst="rect"/>
        </p:spPr>
        <p:txBody>
          <a:bodyPr wrap="square" lIns="0" tIns="15875" rIns="0" bIns="0" rtlCol="0" vert="horz">
            <a:spAutoFit/>
          </a:bodyPr>
          <a:lstStyle/>
          <a:p>
            <a:pPr marL="12700">
              <a:lnSpc>
                <a:spcPct val="100000"/>
              </a:lnSpc>
              <a:spcBef>
                <a:spcPts val="125"/>
              </a:spcBef>
            </a:pPr>
            <a:r>
              <a:rPr dirty="0" sz="5200" spc="-530"/>
              <a:t>TH</a:t>
            </a:r>
            <a:r>
              <a:rPr dirty="0" sz="5050" spc="-530"/>
              <a:t>EY</a:t>
            </a:r>
            <a:endParaRPr sz="5050"/>
          </a:p>
        </p:txBody>
      </p:sp>
      <p:sp>
        <p:nvSpPr>
          <p:cNvPr id="24" name="object 24" descr=""/>
          <p:cNvSpPr/>
          <p:nvPr/>
        </p:nvSpPr>
        <p:spPr>
          <a:xfrm>
            <a:off x="2823845" y="1812324"/>
            <a:ext cx="629285" cy="443230"/>
          </a:xfrm>
          <a:custGeom>
            <a:avLst/>
            <a:gdLst/>
            <a:ahLst/>
            <a:cxnLst/>
            <a:rect l="l" t="t" r="r" b="b"/>
            <a:pathLst>
              <a:path w="629285" h="443230">
                <a:moveTo>
                  <a:pt x="628665" y="442783"/>
                </a:moveTo>
                <a:lnTo>
                  <a:pt x="0" y="442783"/>
                </a:lnTo>
                <a:lnTo>
                  <a:pt x="0" y="0"/>
                </a:lnTo>
                <a:lnTo>
                  <a:pt x="628665" y="0"/>
                </a:lnTo>
                <a:lnTo>
                  <a:pt x="628665" y="442783"/>
                </a:lnTo>
                <a:close/>
              </a:path>
            </a:pathLst>
          </a:custGeom>
          <a:solidFill>
            <a:srgbClr val="A07C6E"/>
          </a:solidFill>
        </p:spPr>
        <p:txBody>
          <a:bodyPr wrap="square" lIns="0" tIns="0" rIns="0" bIns="0" rtlCol="0"/>
          <a:lstStyle/>
          <a:p/>
        </p:txBody>
      </p:sp>
      <p:sp>
        <p:nvSpPr>
          <p:cNvPr id="25" name="object 25" descr=""/>
          <p:cNvSpPr txBox="1"/>
          <p:nvPr/>
        </p:nvSpPr>
        <p:spPr>
          <a:xfrm>
            <a:off x="2750075" y="1505579"/>
            <a:ext cx="739775" cy="897255"/>
          </a:xfrm>
          <a:prstGeom prst="rect">
            <a:avLst/>
          </a:prstGeom>
        </p:spPr>
        <p:txBody>
          <a:bodyPr wrap="square" lIns="0" tIns="15240" rIns="0" bIns="0" rtlCol="0" vert="horz">
            <a:spAutoFit/>
          </a:bodyPr>
          <a:lstStyle/>
          <a:p>
            <a:pPr marL="12700">
              <a:lnSpc>
                <a:spcPct val="100000"/>
              </a:lnSpc>
              <a:spcBef>
                <a:spcPts val="120"/>
              </a:spcBef>
            </a:pPr>
            <a:r>
              <a:rPr dirty="0" sz="5700" spc="-25">
                <a:solidFill>
                  <a:srgbClr val="FFFFFF"/>
                </a:solidFill>
                <a:latin typeface="Calibri"/>
                <a:cs typeface="Calibri"/>
              </a:rPr>
              <a:t>BS</a:t>
            </a:r>
            <a:endParaRPr sz="5700">
              <a:latin typeface="Calibri"/>
              <a:cs typeface="Calibri"/>
            </a:endParaRPr>
          </a:p>
        </p:txBody>
      </p:sp>
      <p:grpSp>
        <p:nvGrpSpPr>
          <p:cNvPr id="26" name="object 26" descr=""/>
          <p:cNvGrpSpPr/>
          <p:nvPr/>
        </p:nvGrpSpPr>
        <p:grpSpPr>
          <a:xfrm>
            <a:off x="4380050" y="1812324"/>
            <a:ext cx="82550" cy="453390"/>
            <a:chOff x="4380050" y="1812324"/>
            <a:chExt cx="82550" cy="453390"/>
          </a:xfrm>
        </p:grpSpPr>
        <p:pic>
          <p:nvPicPr>
            <p:cNvPr id="27" name="object 27" descr=""/>
            <p:cNvPicPr/>
            <p:nvPr/>
          </p:nvPicPr>
          <p:blipFill>
            <a:blip r:embed="rId21" cstate="print"/>
            <a:stretch>
              <a:fillRect/>
            </a:stretch>
          </p:blipFill>
          <p:spPr>
            <a:xfrm>
              <a:off x="4380050" y="1822621"/>
              <a:ext cx="82448" cy="442783"/>
            </a:xfrm>
            <a:prstGeom prst="rect">
              <a:avLst/>
            </a:prstGeom>
          </p:spPr>
        </p:pic>
        <p:pic>
          <p:nvPicPr>
            <p:cNvPr id="28" name="object 28" descr=""/>
            <p:cNvPicPr/>
            <p:nvPr/>
          </p:nvPicPr>
          <p:blipFill>
            <a:blip r:embed="rId22" cstate="print"/>
            <a:stretch>
              <a:fillRect/>
            </a:stretch>
          </p:blipFill>
          <p:spPr>
            <a:xfrm>
              <a:off x="4380050" y="1812324"/>
              <a:ext cx="82448" cy="453081"/>
            </a:xfrm>
            <a:prstGeom prst="rect">
              <a:avLst/>
            </a:prstGeom>
          </p:spPr>
        </p:pic>
      </p:grpSp>
      <p:grpSp>
        <p:nvGrpSpPr>
          <p:cNvPr id="29" name="object 29" descr=""/>
          <p:cNvGrpSpPr/>
          <p:nvPr/>
        </p:nvGrpSpPr>
        <p:grpSpPr>
          <a:xfrm>
            <a:off x="4915963" y="1081215"/>
            <a:ext cx="1020444" cy="453390"/>
            <a:chOff x="4915963" y="1081215"/>
            <a:chExt cx="1020444" cy="453390"/>
          </a:xfrm>
        </p:grpSpPr>
        <p:pic>
          <p:nvPicPr>
            <p:cNvPr id="30" name="object 30" descr=""/>
            <p:cNvPicPr/>
            <p:nvPr/>
          </p:nvPicPr>
          <p:blipFill>
            <a:blip r:embed="rId23" cstate="print"/>
            <a:stretch>
              <a:fillRect/>
            </a:stretch>
          </p:blipFill>
          <p:spPr>
            <a:xfrm>
              <a:off x="4915963" y="1081215"/>
              <a:ext cx="1020294" cy="453081"/>
            </a:xfrm>
            <a:prstGeom prst="rect">
              <a:avLst/>
            </a:prstGeom>
          </p:spPr>
        </p:pic>
        <p:pic>
          <p:nvPicPr>
            <p:cNvPr id="31" name="object 31" descr=""/>
            <p:cNvPicPr/>
            <p:nvPr/>
          </p:nvPicPr>
          <p:blipFill>
            <a:blip r:embed="rId24" cstate="print"/>
            <a:stretch>
              <a:fillRect/>
            </a:stretch>
          </p:blipFill>
          <p:spPr>
            <a:xfrm>
              <a:off x="4915963" y="1081215"/>
              <a:ext cx="1020294" cy="453081"/>
            </a:xfrm>
            <a:prstGeom prst="rect">
              <a:avLst/>
            </a:prstGeom>
          </p:spPr>
        </p:pic>
      </p:grpSp>
      <p:grpSp>
        <p:nvGrpSpPr>
          <p:cNvPr id="32" name="object 32" descr=""/>
          <p:cNvGrpSpPr/>
          <p:nvPr/>
        </p:nvGrpSpPr>
        <p:grpSpPr>
          <a:xfrm>
            <a:off x="4565558" y="1812324"/>
            <a:ext cx="752475" cy="453390"/>
            <a:chOff x="4565558" y="1812324"/>
            <a:chExt cx="752475" cy="453390"/>
          </a:xfrm>
        </p:grpSpPr>
        <p:pic>
          <p:nvPicPr>
            <p:cNvPr id="33" name="object 33" descr=""/>
            <p:cNvPicPr/>
            <p:nvPr/>
          </p:nvPicPr>
          <p:blipFill>
            <a:blip r:embed="rId25" cstate="print"/>
            <a:stretch>
              <a:fillRect/>
            </a:stretch>
          </p:blipFill>
          <p:spPr>
            <a:xfrm>
              <a:off x="4565558" y="1812324"/>
              <a:ext cx="752338" cy="453081"/>
            </a:xfrm>
            <a:prstGeom prst="rect">
              <a:avLst/>
            </a:prstGeom>
          </p:spPr>
        </p:pic>
        <p:pic>
          <p:nvPicPr>
            <p:cNvPr id="34" name="object 34" descr=""/>
            <p:cNvPicPr/>
            <p:nvPr/>
          </p:nvPicPr>
          <p:blipFill>
            <a:blip r:embed="rId26" cstate="print"/>
            <a:stretch>
              <a:fillRect/>
            </a:stretch>
          </p:blipFill>
          <p:spPr>
            <a:xfrm>
              <a:off x="4565558" y="1812324"/>
              <a:ext cx="752338" cy="453081"/>
            </a:xfrm>
            <a:prstGeom prst="rect">
              <a:avLst/>
            </a:prstGeom>
          </p:spPr>
        </p:pic>
      </p:grpSp>
      <p:grpSp>
        <p:nvGrpSpPr>
          <p:cNvPr id="35" name="object 35" descr=""/>
          <p:cNvGrpSpPr/>
          <p:nvPr/>
        </p:nvGrpSpPr>
        <p:grpSpPr>
          <a:xfrm>
            <a:off x="6544311" y="1812324"/>
            <a:ext cx="669925" cy="453390"/>
            <a:chOff x="6544311" y="1812324"/>
            <a:chExt cx="669925" cy="453390"/>
          </a:xfrm>
        </p:grpSpPr>
        <p:pic>
          <p:nvPicPr>
            <p:cNvPr id="36" name="object 36" descr=""/>
            <p:cNvPicPr/>
            <p:nvPr/>
          </p:nvPicPr>
          <p:blipFill>
            <a:blip r:embed="rId27" cstate="print"/>
            <a:stretch>
              <a:fillRect/>
            </a:stretch>
          </p:blipFill>
          <p:spPr>
            <a:xfrm>
              <a:off x="6544311" y="1812324"/>
              <a:ext cx="669890" cy="453081"/>
            </a:xfrm>
            <a:prstGeom prst="rect">
              <a:avLst/>
            </a:prstGeom>
          </p:spPr>
        </p:pic>
        <p:pic>
          <p:nvPicPr>
            <p:cNvPr id="37" name="object 37" descr=""/>
            <p:cNvPicPr/>
            <p:nvPr/>
          </p:nvPicPr>
          <p:blipFill>
            <a:blip r:embed="rId28" cstate="print"/>
            <a:stretch>
              <a:fillRect/>
            </a:stretch>
          </p:blipFill>
          <p:spPr>
            <a:xfrm>
              <a:off x="6544311" y="1812324"/>
              <a:ext cx="669890" cy="453081"/>
            </a:xfrm>
            <a:prstGeom prst="rect">
              <a:avLst/>
            </a:prstGeom>
          </p:spPr>
        </p:pic>
      </p:grpSp>
      <p:grpSp>
        <p:nvGrpSpPr>
          <p:cNvPr id="38" name="object 38" descr=""/>
          <p:cNvGrpSpPr/>
          <p:nvPr/>
        </p:nvGrpSpPr>
        <p:grpSpPr>
          <a:xfrm>
            <a:off x="8079905" y="1081215"/>
            <a:ext cx="958850" cy="453390"/>
            <a:chOff x="8079905" y="1081215"/>
            <a:chExt cx="958850" cy="453390"/>
          </a:xfrm>
        </p:grpSpPr>
        <p:pic>
          <p:nvPicPr>
            <p:cNvPr id="39" name="object 39" descr=""/>
            <p:cNvPicPr/>
            <p:nvPr/>
          </p:nvPicPr>
          <p:blipFill>
            <a:blip r:embed="rId29" cstate="print"/>
            <a:stretch>
              <a:fillRect/>
            </a:stretch>
          </p:blipFill>
          <p:spPr>
            <a:xfrm>
              <a:off x="8079905" y="1081215"/>
              <a:ext cx="958458" cy="453081"/>
            </a:xfrm>
            <a:prstGeom prst="rect">
              <a:avLst/>
            </a:prstGeom>
          </p:spPr>
        </p:pic>
        <p:pic>
          <p:nvPicPr>
            <p:cNvPr id="40" name="object 40" descr=""/>
            <p:cNvPicPr/>
            <p:nvPr/>
          </p:nvPicPr>
          <p:blipFill>
            <a:blip r:embed="rId30" cstate="print"/>
            <a:stretch>
              <a:fillRect/>
            </a:stretch>
          </p:blipFill>
          <p:spPr>
            <a:xfrm>
              <a:off x="8079905" y="1081215"/>
              <a:ext cx="958458" cy="453081"/>
            </a:xfrm>
            <a:prstGeom prst="rect">
              <a:avLst/>
            </a:prstGeom>
          </p:spPr>
        </p:pic>
      </p:grpSp>
      <p:grpSp>
        <p:nvGrpSpPr>
          <p:cNvPr id="41" name="object 41" descr=""/>
          <p:cNvGrpSpPr/>
          <p:nvPr/>
        </p:nvGrpSpPr>
        <p:grpSpPr>
          <a:xfrm>
            <a:off x="8420003" y="1812324"/>
            <a:ext cx="82550" cy="453390"/>
            <a:chOff x="8420003" y="1812324"/>
            <a:chExt cx="82550" cy="453390"/>
          </a:xfrm>
        </p:grpSpPr>
        <p:pic>
          <p:nvPicPr>
            <p:cNvPr id="42" name="object 42" descr=""/>
            <p:cNvPicPr/>
            <p:nvPr/>
          </p:nvPicPr>
          <p:blipFill>
            <a:blip r:embed="rId31" cstate="print"/>
            <a:stretch>
              <a:fillRect/>
            </a:stretch>
          </p:blipFill>
          <p:spPr>
            <a:xfrm>
              <a:off x="8420003" y="1812324"/>
              <a:ext cx="82448" cy="453081"/>
            </a:xfrm>
            <a:prstGeom prst="rect">
              <a:avLst/>
            </a:prstGeom>
          </p:spPr>
        </p:pic>
        <p:pic>
          <p:nvPicPr>
            <p:cNvPr id="43" name="object 43" descr=""/>
            <p:cNvPicPr/>
            <p:nvPr/>
          </p:nvPicPr>
          <p:blipFill>
            <a:blip r:embed="rId32" cstate="print"/>
            <a:stretch>
              <a:fillRect/>
            </a:stretch>
          </p:blipFill>
          <p:spPr>
            <a:xfrm>
              <a:off x="8420003" y="1812324"/>
              <a:ext cx="82448" cy="453081"/>
            </a:xfrm>
            <a:prstGeom prst="rect">
              <a:avLst/>
            </a:prstGeom>
          </p:spPr>
        </p:pic>
      </p:grpSp>
      <p:grpSp>
        <p:nvGrpSpPr>
          <p:cNvPr id="44" name="object 44" descr=""/>
          <p:cNvGrpSpPr/>
          <p:nvPr/>
        </p:nvGrpSpPr>
        <p:grpSpPr>
          <a:xfrm>
            <a:off x="9089894" y="1081215"/>
            <a:ext cx="732155" cy="453390"/>
            <a:chOff x="9089894" y="1081215"/>
            <a:chExt cx="732155" cy="453390"/>
          </a:xfrm>
        </p:grpSpPr>
        <p:pic>
          <p:nvPicPr>
            <p:cNvPr id="45" name="object 45" descr=""/>
            <p:cNvPicPr/>
            <p:nvPr/>
          </p:nvPicPr>
          <p:blipFill>
            <a:blip r:embed="rId33" cstate="print"/>
            <a:stretch>
              <a:fillRect/>
            </a:stretch>
          </p:blipFill>
          <p:spPr>
            <a:xfrm>
              <a:off x="9089894" y="1081215"/>
              <a:ext cx="731726" cy="453081"/>
            </a:xfrm>
            <a:prstGeom prst="rect">
              <a:avLst/>
            </a:prstGeom>
          </p:spPr>
        </p:pic>
        <p:pic>
          <p:nvPicPr>
            <p:cNvPr id="46" name="object 46" descr=""/>
            <p:cNvPicPr/>
            <p:nvPr/>
          </p:nvPicPr>
          <p:blipFill>
            <a:blip r:embed="rId34" cstate="print"/>
            <a:stretch>
              <a:fillRect/>
            </a:stretch>
          </p:blipFill>
          <p:spPr>
            <a:xfrm>
              <a:off x="9089894" y="1081215"/>
              <a:ext cx="731726" cy="453081"/>
            </a:xfrm>
            <a:prstGeom prst="rect">
              <a:avLst/>
            </a:prstGeom>
          </p:spPr>
        </p:pic>
      </p:grpSp>
      <p:grpSp>
        <p:nvGrpSpPr>
          <p:cNvPr id="47" name="object 47" descr=""/>
          <p:cNvGrpSpPr/>
          <p:nvPr/>
        </p:nvGrpSpPr>
        <p:grpSpPr>
          <a:xfrm>
            <a:off x="0" y="4314567"/>
            <a:ext cx="12181840" cy="216535"/>
            <a:chOff x="0" y="4314567"/>
            <a:chExt cx="12181840" cy="216535"/>
          </a:xfrm>
        </p:grpSpPr>
        <p:pic>
          <p:nvPicPr>
            <p:cNvPr id="48" name="object 48" descr=""/>
            <p:cNvPicPr/>
            <p:nvPr/>
          </p:nvPicPr>
          <p:blipFill>
            <a:blip r:embed="rId35" cstate="print"/>
            <a:stretch>
              <a:fillRect/>
            </a:stretch>
          </p:blipFill>
          <p:spPr>
            <a:xfrm>
              <a:off x="7677971" y="4324864"/>
              <a:ext cx="865704" cy="205945"/>
            </a:xfrm>
            <a:prstGeom prst="rect">
              <a:avLst/>
            </a:prstGeom>
          </p:spPr>
        </p:pic>
        <p:pic>
          <p:nvPicPr>
            <p:cNvPr id="49" name="object 49" descr=""/>
            <p:cNvPicPr/>
            <p:nvPr/>
          </p:nvPicPr>
          <p:blipFill>
            <a:blip r:embed="rId36" cstate="print"/>
            <a:stretch>
              <a:fillRect/>
            </a:stretch>
          </p:blipFill>
          <p:spPr>
            <a:xfrm>
              <a:off x="9543357" y="4324864"/>
              <a:ext cx="958458" cy="144162"/>
            </a:xfrm>
            <a:prstGeom prst="rect">
              <a:avLst/>
            </a:prstGeom>
          </p:spPr>
        </p:pic>
        <p:sp>
          <p:nvSpPr>
            <p:cNvPr id="50" name="object 50" descr=""/>
            <p:cNvSpPr/>
            <p:nvPr/>
          </p:nvSpPr>
          <p:spPr>
            <a:xfrm>
              <a:off x="0" y="4314567"/>
              <a:ext cx="12181840" cy="216535"/>
            </a:xfrm>
            <a:custGeom>
              <a:avLst/>
              <a:gdLst/>
              <a:ahLst/>
              <a:cxnLst/>
              <a:rect l="l" t="t" r="r" b="b"/>
              <a:pathLst>
                <a:path w="12181840" h="216535">
                  <a:moveTo>
                    <a:pt x="12181687" y="216243"/>
                  </a:moveTo>
                  <a:lnTo>
                    <a:pt x="0" y="216243"/>
                  </a:lnTo>
                  <a:lnTo>
                    <a:pt x="0" y="0"/>
                  </a:lnTo>
                  <a:lnTo>
                    <a:pt x="12181687" y="0"/>
                  </a:lnTo>
                  <a:lnTo>
                    <a:pt x="12181687" y="216243"/>
                  </a:lnTo>
                  <a:close/>
                </a:path>
              </a:pathLst>
            </a:custGeom>
            <a:solidFill>
              <a:srgbClr val="754849"/>
            </a:solidFill>
          </p:spPr>
          <p:txBody>
            <a:bodyPr wrap="square" lIns="0" tIns="0" rIns="0" bIns="0" rtlCol="0"/>
            <a:lstStyle/>
            <a:p/>
          </p:txBody>
        </p:sp>
      </p:grpSp>
      <p:sp>
        <p:nvSpPr>
          <p:cNvPr id="51" name="object 51" descr=""/>
          <p:cNvSpPr txBox="1"/>
          <p:nvPr/>
        </p:nvSpPr>
        <p:spPr>
          <a:xfrm>
            <a:off x="1980813" y="4274408"/>
            <a:ext cx="732790" cy="231775"/>
          </a:xfrm>
          <a:prstGeom prst="rect">
            <a:avLst/>
          </a:prstGeom>
        </p:spPr>
        <p:txBody>
          <a:bodyPr wrap="square" lIns="0" tIns="12700" rIns="0" bIns="0" rtlCol="0" vert="horz">
            <a:spAutoFit/>
          </a:bodyPr>
          <a:lstStyle/>
          <a:p>
            <a:pPr>
              <a:lnSpc>
                <a:spcPct val="100000"/>
              </a:lnSpc>
              <a:spcBef>
                <a:spcPts val="100"/>
              </a:spcBef>
            </a:pPr>
            <a:r>
              <a:rPr dirty="0" sz="1350">
                <a:solidFill>
                  <a:srgbClr val="FFFFFF"/>
                </a:solidFill>
                <a:latin typeface="Arial"/>
                <a:cs typeface="Arial"/>
              </a:rPr>
              <a:t>Ongo\</a:t>
            </a:r>
            <a:r>
              <a:rPr dirty="0" sz="1350" spc="-50">
                <a:solidFill>
                  <a:srgbClr val="FFFFFF"/>
                </a:solidFill>
                <a:latin typeface="Arial"/>
                <a:cs typeface="Arial"/>
              </a:rPr>
              <a:t> </a:t>
            </a:r>
            <a:r>
              <a:rPr dirty="0" sz="1350" spc="35">
                <a:solidFill>
                  <a:srgbClr val="5E3B38"/>
                </a:solidFill>
                <a:latin typeface="Arial"/>
                <a:cs typeface="Arial"/>
              </a:rPr>
              <a:t>n</a:t>
            </a:r>
            <a:r>
              <a:rPr dirty="0" sz="1350" spc="35">
                <a:solidFill>
                  <a:srgbClr val="FFFFFF"/>
                </a:solidFill>
                <a:latin typeface="Arial"/>
                <a:cs typeface="Arial"/>
              </a:rPr>
              <a:t>g</a:t>
            </a:r>
            <a:endParaRPr sz="1350">
              <a:latin typeface="Arial"/>
              <a:cs typeface="Arial"/>
            </a:endParaRPr>
          </a:p>
        </p:txBody>
      </p:sp>
      <p:sp>
        <p:nvSpPr>
          <p:cNvPr id="52" name="object 52" descr=""/>
          <p:cNvSpPr txBox="1"/>
          <p:nvPr/>
        </p:nvSpPr>
        <p:spPr>
          <a:xfrm>
            <a:off x="3851286" y="4285849"/>
            <a:ext cx="927735" cy="217804"/>
          </a:xfrm>
          <a:prstGeom prst="rect">
            <a:avLst/>
          </a:prstGeom>
        </p:spPr>
        <p:txBody>
          <a:bodyPr wrap="square" lIns="0" tIns="13970" rIns="0" bIns="0" rtlCol="0" vert="horz">
            <a:spAutoFit/>
          </a:bodyPr>
          <a:lstStyle/>
          <a:p>
            <a:pPr>
              <a:lnSpc>
                <a:spcPct val="100000"/>
              </a:lnSpc>
              <a:spcBef>
                <a:spcPts val="110"/>
              </a:spcBef>
            </a:pPr>
            <a:r>
              <a:rPr dirty="0" sz="1250">
                <a:solidFill>
                  <a:srgbClr val="95725D"/>
                </a:solidFill>
                <a:latin typeface="Calibri"/>
                <a:cs typeface="Calibri"/>
              </a:rPr>
              <a:t>M</a:t>
            </a:r>
            <a:r>
              <a:rPr dirty="0" sz="1250" spc="75">
                <a:solidFill>
                  <a:srgbClr val="95725D"/>
                </a:solidFill>
                <a:latin typeface="Calibri"/>
                <a:cs typeface="Calibri"/>
              </a:rPr>
              <a:t> </a:t>
            </a:r>
            <a:r>
              <a:rPr dirty="0" sz="1250" spc="65">
                <a:solidFill>
                  <a:srgbClr val="604944"/>
                </a:solidFill>
                <a:latin typeface="Calibri"/>
                <a:cs typeface="Calibri"/>
              </a:rPr>
              <a:t>e</a:t>
            </a:r>
            <a:r>
              <a:rPr dirty="0" sz="1250" spc="65">
                <a:solidFill>
                  <a:srgbClr val="876660"/>
                </a:solidFill>
                <a:latin typeface="Calibri"/>
                <a:cs typeface="Calibri"/>
              </a:rPr>
              <a:t>rn</a:t>
            </a:r>
            <a:r>
              <a:rPr dirty="0" sz="1250" spc="65">
                <a:solidFill>
                  <a:srgbClr val="FFFFFF"/>
                </a:solidFill>
                <a:latin typeface="Calibri"/>
                <a:cs typeface="Calibri"/>
              </a:rPr>
              <a:t>or</a:t>
            </a:r>
            <a:r>
              <a:rPr dirty="0" sz="1250" spc="-140">
                <a:solidFill>
                  <a:srgbClr val="FFFFFF"/>
                </a:solidFill>
                <a:latin typeface="Calibri"/>
                <a:cs typeface="Calibri"/>
              </a:rPr>
              <a:t> </a:t>
            </a:r>
            <a:r>
              <a:rPr dirty="0" sz="1250" spc="35">
                <a:solidFill>
                  <a:srgbClr val="FFFFFF"/>
                </a:solidFill>
                <a:latin typeface="Calibri"/>
                <a:cs typeface="Calibri"/>
              </a:rPr>
              <a:t>abİe</a:t>
            </a:r>
            <a:endParaRPr sz="1250">
              <a:latin typeface="Calibri"/>
              <a:cs typeface="Calibri"/>
            </a:endParaRPr>
          </a:p>
        </p:txBody>
      </p:sp>
      <p:sp>
        <p:nvSpPr>
          <p:cNvPr id="53" name="object 53" descr=""/>
          <p:cNvSpPr txBox="1"/>
          <p:nvPr/>
        </p:nvSpPr>
        <p:spPr>
          <a:xfrm>
            <a:off x="5741404" y="4251525"/>
            <a:ext cx="992505" cy="259079"/>
          </a:xfrm>
          <a:prstGeom prst="rect">
            <a:avLst/>
          </a:prstGeom>
        </p:spPr>
        <p:txBody>
          <a:bodyPr wrap="square" lIns="0" tIns="16510" rIns="0" bIns="0" rtlCol="0" vert="horz">
            <a:spAutoFit/>
          </a:bodyPr>
          <a:lstStyle/>
          <a:p>
            <a:pPr>
              <a:lnSpc>
                <a:spcPct val="100000"/>
              </a:lnSpc>
              <a:spcBef>
                <a:spcPts val="130"/>
              </a:spcBef>
            </a:pPr>
            <a:r>
              <a:rPr dirty="0" sz="1500">
                <a:solidFill>
                  <a:srgbClr val="FFFFFF"/>
                </a:solidFill>
                <a:latin typeface="Arial"/>
                <a:cs typeface="Arial"/>
              </a:rPr>
              <a:t>On</a:t>
            </a:r>
            <a:r>
              <a:rPr dirty="0" sz="1500">
                <a:solidFill>
                  <a:srgbClr val="80564F"/>
                </a:solidFill>
                <a:latin typeface="Arial"/>
                <a:cs typeface="Arial"/>
              </a:rPr>
              <a:t>-</a:t>
            </a:r>
            <a:r>
              <a:rPr dirty="0" sz="1500" spc="-150">
                <a:solidFill>
                  <a:srgbClr val="80564F"/>
                </a:solidFill>
                <a:latin typeface="Arial"/>
                <a:cs typeface="Arial"/>
              </a:rPr>
              <a:t> </a:t>
            </a:r>
            <a:r>
              <a:rPr dirty="0" sz="1500" spc="-80">
                <a:solidFill>
                  <a:srgbClr val="FFFFFF"/>
                </a:solidFill>
                <a:latin typeface="Arial"/>
                <a:cs typeface="Arial"/>
              </a:rPr>
              <a:t>demand</a:t>
            </a:r>
            <a:endParaRPr sz="1500">
              <a:latin typeface="Arial"/>
              <a:cs typeface="Arial"/>
            </a:endParaRPr>
          </a:p>
        </p:txBody>
      </p:sp>
      <p:grpSp>
        <p:nvGrpSpPr>
          <p:cNvPr id="54" name="object 54" descr=""/>
          <p:cNvGrpSpPr/>
          <p:nvPr/>
        </p:nvGrpSpPr>
        <p:grpSpPr>
          <a:xfrm>
            <a:off x="0" y="4561702"/>
            <a:ext cx="12181840" cy="216535"/>
            <a:chOff x="0" y="4561702"/>
            <a:chExt cx="12181840" cy="216535"/>
          </a:xfrm>
        </p:grpSpPr>
        <p:pic>
          <p:nvPicPr>
            <p:cNvPr id="55" name="object 55" descr=""/>
            <p:cNvPicPr/>
            <p:nvPr/>
          </p:nvPicPr>
          <p:blipFill>
            <a:blip r:embed="rId37" cstate="print"/>
            <a:stretch>
              <a:fillRect/>
            </a:stretch>
          </p:blipFill>
          <p:spPr>
            <a:xfrm>
              <a:off x="3844139" y="4572000"/>
              <a:ext cx="948152" cy="205945"/>
            </a:xfrm>
            <a:prstGeom prst="rect">
              <a:avLst/>
            </a:prstGeom>
          </p:spPr>
        </p:pic>
        <p:pic>
          <p:nvPicPr>
            <p:cNvPr id="56" name="object 56" descr=""/>
            <p:cNvPicPr/>
            <p:nvPr/>
          </p:nvPicPr>
          <p:blipFill>
            <a:blip r:embed="rId38" cstate="print"/>
            <a:stretch>
              <a:fillRect/>
            </a:stretch>
          </p:blipFill>
          <p:spPr>
            <a:xfrm>
              <a:off x="9728865" y="4572000"/>
              <a:ext cx="566830" cy="144162"/>
            </a:xfrm>
            <a:prstGeom prst="rect">
              <a:avLst/>
            </a:prstGeom>
          </p:spPr>
        </p:pic>
        <p:pic>
          <p:nvPicPr>
            <p:cNvPr id="57" name="object 57" descr=""/>
            <p:cNvPicPr/>
            <p:nvPr/>
          </p:nvPicPr>
          <p:blipFill>
            <a:blip r:embed="rId39" cstate="print"/>
            <a:stretch>
              <a:fillRect/>
            </a:stretch>
          </p:blipFill>
          <p:spPr>
            <a:xfrm>
              <a:off x="2102423" y="4572000"/>
              <a:ext cx="453464" cy="164756"/>
            </a:xfrm>
            <a:prstGeom prst="rect">
              <a:avLst/>
            </a:prstGeom>
          </p:spPr>
        </p:pic>
        <p:sp>
          <p:nvSpPr>
            <p:cNvPr id="58" name="object 58" descr=""/>
            <p:cNvSpPr/>
            <p:nvPr/>
          </p:nvSpPr>
          <p:spPr>
            <a:xfrm>
              <a:off x="0" y="4561702"/>
              <a:ext cx="12181840" cy="216535"/>
            </a:xfrm>
            <a:custGeom>
              <a:avLst/>
              <a:gdLst/>
              <a:ahLst/>
              <a:cxnLst/>
              <a:rect l="l" t="t" r="r" b="b"/>
              <a:pathLst>
                <a:path w="12181840" h="216535">
                  <a:moveTo>
                    <a:pt x="12181687" y="216243"/>
                  </a:moveTo>
                  <a:lnTo>
                    <a:pt x="0" y="216243"/>
                  </a:lnTo>
                  <a:lnTo>
                    <a:pt x="0" y="0"/>
                  </a:lnTo>
                  <a:lnTo>
                    <a:pt x="12181687" y="0"/>
                  </a:lnTo>
                  <a:lnTo>
                    <a:pt x="12181687" y="216243"/>
                  </a:lnTo>
                  <a:close/>
                </a:path>
              </a:pathLst>
            </a:custGeom>
            <a:solidFill>
              <a:srgbClr val="754244"/>
            </a:solidFill>
          </p:spPr>
          <p:txBody>
            <a:bodyPr wrap="square" lIns="0" tIns="0" rIns="0" bIns="0" rtlCol="0"/>
            <a:lstStyle/>
            <a:p/>
          </p:txBody>
        </p:sp>
      </p:grpSp>
      <p:sp>
        <p:nvSpPr>
          <p:cNvPr id="59" name="object 59" descr=""/>
          <p:cNvSpPr txBox="1"/>
          <p:nvPr/>
        </p:nvSpPr>
        <p:spPr>
          <a:xfrm>
            <a:off x="5766173" y="4504380"/>
            <a:ext cx="905510" cy="252095"/>
          </a:xfrm>
          <a:prstGeom prst="rect">
            <a:avLst/>
          </a:prstGeom>
        </p:spPr>
        <p:txBody>
          <a:bodyPr wrap="square" lIns="0" tIns="17145" rIns="0" bIns="0" rtlCol="0" vert="horz">
            <a:spAutoFit/>
          </a:bodyPr>
          <a:lstStyle/>
          <a:p>
            <a:pPr>
              <a:lnSpc>
                <a:spcPct val="100000"/>
              </a:lnSpc>
              <a:spcBef>
                <a:spcPts val="135"/>
              </a:spcBef>
            </a:pPr>
            <a:r>
              <a:rPr dirty="0" sz="1450" spc="-30">
                <a:solidFill>
                  <a:srgbClr val="5B3B3D"/>
                </a:solidFill>
                <a:latin typeface="Arial"/>
                <a:cs typeface="Arial"/>
              </a:rPr>
              <a:t>F</a:t>
            </a:r>
            <a:r>
              <a:rPr dirty="0" sz="1450" spc="-30">
                <a:solidFill>
                  <a:srgbClr val="FFFFFF"/>
                </a:solidFill>
                <a:latin typeface="Arial"/>
                <a:cs typeface="Arial"/>
              </a:rPr>
              <a:t>ul</a:t>
            </a:r>
            <a:r>
              <a:rPr dirty="0" sz="1450" spc="-229">
                <a:solidFill>
                  <a:srgbClr val="FFFFFF"/>
                </a:solidFill>
                <a:latin typeface="Arial"/>
                <a:cs typeface="Arial"/>
              </a:rPr>
              <a:t> </a:t>
            </a:r>
            <a:r>
              <a:rPr dirty="0" sz="1450">
                <a:solidFill>
                  <a:srgbClr val="FFFFFF"/>
                </a:solidFill>
                <a:latin typeface="Arial"/>
                <a:cs typeface="Arial"/>
              </a:rPr>
              <a:t>fillmen</a:t>
            </a:r>
            <a:r>
              <a:rPr dirty="0" sz="1450" spc="-185">
                <a:solidFill>
                  <a:srgbClr val="FFFFFF"/>
                </a:solidFill>
                <a:latin typeface="Arial"/>
                <a:cs typeface="Arial"/>
              </a:rPr>
              <a:t> </a:t>
            </a:r>
            <a:r>
              <a:rPr dirty="0" sz="1450" spc="-50">
                <a:solidFill>
                  <a:srgbClr val="FFFFFF"/>
                </a:solidFill>
                <a:latin typeface="Arial"/>
                <a:cs typeface="Arial"/>
              </a:rPr>
              <a:t>t</a:t>
            </a:r>
            <a:endParaRPr sz="1450">
              <a:latin typeface="Arial"/>
              <a:cs typeface="Arial"/>
            </a:endParaRPr>
          </a:p>
        </p:txBody>
      </p:sp>
      <p:sp>
        <p:nvSpPr>
          <p:cNvPr id="60" name="object 60" descr=""/>
          <p:cNvSpPr txBox="1"/>
          <p:nvPr/>
        </p:nvSpPr>
        <p:spPr>
          <a:xfrm>
            <a:off x="7713670" y="4492938"/>
            <a:ext cx="727710" cy="266065"/>
          </a:xfrm>
          <a:prstGeom prst="rect">
            <a:avLst/>
          </a:prstGeom>
        </p:spPr>
        <p:txBody>
          <a:bodyPr wrap="square" lIns="0" tIns="15875" rIns="0" bIns="0" rtlCol="0" vert="horz">
            <a:spAutoFit/>
          </a:bodyPr>
          <a:lstStyle/>
          <a:p>
            <a:pPr>
              <a:lnSpc>
                <a:spcPct val="100000"/>
              </a:lnSpc>
              <a:spcBef>
                <a:spcPts val="125"/>
              </a:spcBef>
            </a:pPr>
            <a:r>
              <a:rPr dirty="0" sz="1550">
                <a:solidFill>
                  <a:srgbClr val="FFFFFF"/>
                </a:solidFill>
                <a:latin typeface="Arial"/>
                <a:cs typeface="Arial"/>
              </a:rPr>
              <a:t>R</a:t>
            </a:r>
            <a:r>
              <a:rPr dirty="0" sz="1550" spc="225">
                <a:solidFill>
                  <a:srgbClr val="FFFFFF"/>
                </a:solidFill>
                <a:latin typeface="Arial"/>
                <a:cs typeface="Arial"/>
              </a:rPr>
              <a:t> </a:t>
            </a:r>
            <a:r>
              <a:rPr dirty="0" sz="1550" spc="-100">
                <a:solidFill>
                  <a:srgbClr val="FFFFFF"/>
                </a:solidFill>
                <a:latin typeface="Arial"/>
                <a:cs typeface="Arial"/>
              </a:rPr>
              <a:t>aI</a:t>
            </a:r>
            <a:r>
              <a:rPr dirty="0" sz="1550" spc="-100">
                <a:solidFill>
                  <a:srgbClr val="E8E8E8"/>
                </a:solidFill>
                <a:latin typeface="Arial"/>
                <a:cs typeface="Arial"/>
              </a:rPr>
              <a:t>-</a:t>
            </a:r>
            <a:r>
              <a:rPr dirty="0" sz="1550" spc="-229">
                <a:solidFill>
                  <a:srgbClr val="E8E8E8"/>
                </a:solidFill>
                <a:latin typeface="Arial"/>
                <a:cs typeface="Arial"/>
              </a:rPr>
              <a:t> </a:t>
            </a:r>
            <a:r>
              <a:rPr dirty="0" sz="1550" spc="-25">
                <a:solidFill>
                  <a:srgbClr val="FFFFFF"/>
                </a:solidFill>
                <a:latin typeface="Arial"/>
                <a:cs typeface="Arial"/>
              </a:rPr>
              <a:t>tim</a:t>
            </a:r>
            <a:endParaRPr sz="1550">
              <a:latin typeface="Arial"/>
              <a:cs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10292080" y="6228080"/>
            <a:ext cx="1524000" cy="325120"/>
          </a:xfrm>
          <a:prstGeom prst="rect">
            <a:avLst/>
          </a:prstGeom>
        </p:spPr>
      </p:pic>
      <p:pic>
        <p:nvPicPr>
          <p:cNvPr id="3" name="object 3" descr=""/>
          <p:cNvPicPr/>
          <p:nvPr/>
        </p:nvPicPr>
        <p:blipFill>
          <a:blip r:embed="rId3" cstate="print"/>
          <a:stretch>
            <a:fillRect/>
          </a:stretch>
        </p:blipFill>
        <p:spPr>
          <a:xfrm>
            <a:off x="1544319" y="5262879"/>
            <a:ext cx="426719" cy="436880"/>
          </a:xfrm>
          <a:prstGeom prst="rect">
            <a:avLst/>
          </a:prstGeom>
        </p:spPr>
      </p:pic>
      <p:pic>
        <p:nvPicPr>
          <p:cNvPr id="4" name="object 4" descr=""/>
          <p:cNvPicPr/>
          <p:nvPr/>
        </p:nvPicPr>
        <p:blipFill>
          <a:blip r:embed="rId3" cstate="print"/>
          <a:stretch>
            <a:fillRect/>
          </a:stretch>
        </p:blipFill>
        <p:spPr>
          <a:xfrm>
            <a:off x="2357120" y="5262879"/>
            <a:ext cx="426719" cy="436880"/>
          </a:xfrm>
          <a:prstGeom prst="rect">
            <a:avLst/>
          </a:prstGeom>
        </p:spPr>
      </p:pic>
      <p:pic>
        <p:nvPicPr>
          <p:cNvPr id="5" name="object 5" descr=""/>
          <p:cNvPicPr/>
          <p:nvPr/>
        </p:nvPicPr>
        <p:blipFill>
          <a:blip r:embed="rId4" cstate="print"/>
          <a:stretch>
            <a:fillRect/>
          </a:stretch>
        </p:blipFill>
        <p:spPr>
          <a:xfrm>
            <a:off x="3119120" y="5262879"/>
            <a:ext cx="426719" cy="436880"/>
          </a:xfrm>
          <a:prstGeom prst="rect">
            <a:avLst/>
          </a:prstGeom>
        </p:spPr>
      </p:pic>
      <p:pic>
        <p:nvPicPr>
          <p:cNvPr id="6" name="object 6" descr=""/>
          <p:cNvPicPr/>
          <p:nvPr/>
        </p:nvPicPr>
        <p:blipFill>
          <a:blip r:embed="rId5" cstate="print"/>
          <a:stretch>
            <a:fillRect/>
          </a:stretch>
        </p:blipFill>
        <p:spPr>
          <a:xfrm>
            <a:off x="3921759" y="5262879"/>
            <a:ext cx="426720" cy="436880"/>
          </a:xfrm>
          <a:prstGeom prst="rect">
            <a:avLst/>
          </a:prstGeom>
        </p:spPr>
      </p:pic>
      <p:pic>
        <p:nvPicPr>
          <p:cNvPr id="7" name="object 7" descr=""/>
          <p:cNvPicPr/>
          <p:nvPr/>
        </p:nvPicPr>
        <p:blipFill>
          <a:blip r:embed="rId6" cstate="print"/>
          <a:stretch>
            <a:fillRect/>
          </a:stretch>
        </p:blipFill>
        <p:spPr>
          <a:xfrm>
            <a:off x="4663440" y="5262879"/>
            <a:ext cx="436879" cy="436880"/>
          </a:xfrm>
          <a:prstGeom prst="rect">
            <a:avLst/>
          </a:prstGeom>
        </p:spPr>
      </p:pic>
      <p:pic>
        <p:nvPicPr>
          <p:cNvPr id="8" name="object 8" descr=""/>
          <p:cNvPicPr/>
          <p:nvPr/>
        </p:nvPicPr>
        <p:blipFill>
          <a:blip r:embed="rId7" cstate="print"/>
          <a:stretch>
            <a:fillRect/>
          </a:stretch>
        </p:blipFill>
        <p:spPr>
          <a:xfrm>
            <a:off x="1554480" y="3738879"/>
            <a:ext cx="436880" cy="426719"/>
          </a:xfrm>
          <a:prstGeom prst="rect">
            <a:avLst/>
          </a:prstGeom>
        </p:spPr>
      </p:pic>
      <p:pic>
        <p:nvPicPr>
          <p:cNvPr id="9" name="object 9" descr=""/>
          <p:cNvPicPr/>
          <p:nvPr/>
        </p:nvPicPr>
        <p:blipFill>
          <a:blip r:embed="rId8" cstate="print"/>
          <a:stretch>
            <a:fillRect/>
          </a:stretch>
        </p:blipFill>
        <p:spPr>
          <a:xfrm>
            <a:off x="2377439" y="3738879"/>
            <a:ext cx="426719" cy="426719"/>
          </a:xfrm>
          <a:prstGeom prst="rect">
            <a:avLst/>
          </a:prstGeom>
        </p:spPr>
      </p:pic>
      <p:pic>
        <p:nvPicPr>
          <p:cNvPr id="10" name="object 10" descr=""/>
          <p:cNvPicPr/>
          <p:nvPr/>
        </p:nvPicPr>
        <p:blipFill>
          <a:blip r:embed="rId9" cstate="print"/>
          <a:stretch>
            <a:fillRect/>
          </a:stretch>
        </p:blipFill>
        <p:spPr>
          <a:xfrm>
            <a:off x="3942079" y="3759200"/>
            <a:ext cx="426720" cy="426719"/>
          </a:xfrm>
          <a:prstGeom prst="rect">
            <a:avLst/>
          </a:prstGeom>
        </p:spPr>
      </p:pic>
      <p:pic>
        <p:nvPicPr>
          <p:cNvPr id="11" name="object 11" descr=""/>
          <p:cNvPicPr/>
          <p:nvPr/>
        </p:nvPicPr>
        <p:blipFill>
          <a:blip r:embed="rId10" cstate="print"/>
          <a:stretch>
            <a:fillRect/>
          </a:stretch>
        </p:blipFill>
        <p:spPr>
          <a:xfrm>
            <a:off x="4704079" y="3738879"/>
            <a:ext cx="386079" cy="426719"/>
          </a:xfrm>
          <a:prstGeom prst="rect">
            <a:avLst/>
          </a:prstGeom>
        </p:spPr>
      </p:pic>
      <p:pic>
        <p:nvPicPr>
          <p:cNvPr id="12" name="object 12" descr=""/>
          <p:cNvPicPr/>
          <p:nvPr/>
        </p:nvPicPr>
        <p:blipFill>
          <a:blip r:embed="rId11" cstate="print"/>
          <a:stretch>
            <a:fillRect/>
          </a:stretch>
        </p:blipFill>
        <p:spPr>
          <a:xfrm>
            <a:off x="1767839" y="3007360"/>
            <a:ext cx="3129280" cy="589280"/>
          </a:xfrm>
          <a:prstGeom prst="rect">
            <a:avLst/>
          </a:prstGeom>
        </p:spPr>
      </p:pic>
      <p:pic>
        <p:nvPicPr>
          <p:cNvPr id="13" name="object 13" descr=""/>
          <p:cNvPicPr/>
          <p:nvPr/>
        </p:nvPicPr>
        <p:blipFill>
          <a:blip r:embed="rId12" cstate="print"/>
          <a:stretch>
            <a:fillRect/>
          </a:stretch>
        </p:blipFill>
        <p:spPr>
          <a:xfrm>
            <a:off x="2966720" y="1981200"/>
            <a:ext cx="568959" cy="558800"/>
          </a:xfrm>
          <a:prstGeom prst="rect">
            <a:avLst/>
          </a:prstGeom>
        </p:spPr>
      </p:pic>
      <p:pic>
        <p:nvPicPr>
          <p:cNvPr id="14" name="object 14" descr=""/>
          <p:cNvPicPr/>
          <p:nvPr/>
        </p:nvPicPr>
        <p:blipFill>
          <a:blip r:embed="rId13" cstate="print"/>
          <a:stretch>
            <a:fillRect/>
          </a:stretch>
        </p:blipFill>
        <p:spPr>
          <a:xfrm>
            <a:off x="6888480" y="3942079"/>
            <a:ext cx="355600" cy="426719"/>
          </a:xfrm>
          <a:prstGeom prst="rect">
            <a:avLst/>
          </a:prstGeom>
        </p:spPr>
      </p:pic>
      <p:pic>
        <p:nvPicPr>
          <p:cNvPr id="15" name="object 15" descr=""/>
          <p:cNvPicPr/>
          <p:nvPr/>
        </p:nvPicPr>
        <p:blipFill>
          <a:blip r:embed="rId14" cstate="print"/>
          <a:stretch>
            <a:fillRect/>
          </a:stretch>
        </p:blipFill>
        <p:spPr>
          <a:xfrm>
            <a:off x="7366000" y="2387600"/>
            <a:ext cx="3017520" cy="3495040"/>
          </a:xfrm>
          <a:prstGeom prst="rect">
            <a:avLst/>
          </a:prstGeom>
        </p:spPr>
      </p:pic>
      <p:pic>
        <p:nvPicPr>
          <p:cNvPr id="16" name="object 16" descr=""/>
          <p:cNvPicPr/>
          <p:nvPr/>
        </p:nvPicPr>
        <p:blipFill>
          <a:blip r:embed="rId15" cstate="print"/>
          <a:stretch>
            <a:fillRect/>
          </a:stretch>
        </p:blipFill>
        <p:spPr>
          <a:xfrm>
            <a:off x="10525759" y="3921759"/>
            <a:ext cx="426720" cy="426719"/>
          </a:xfrm>
          <a:prstGeom prst="rect">
            <a:avLst/>
          </a:prstGeom>
        </p:spPr>
      </p:pic>
      <p:pic>
        <p:nvPicPr>
          <p:cNvPr id="17" name="object 17" descr=""/>
          <p:cNvPicPr/>
          <p:nvPr/>
        </p:nvPicPr>
        <p:blipFill>
          <a:blip r:embed="rId16" cstate="print"/>
          <a:stretch>
            <a:fillRect/>
          </a:stretch>
        </p:blipFill>
        <p:spPr>
          <a:xfrm>
            <a:off x="2590800" y="833119"/>
            <a:ext cx="447039" cy="477519"/>
          </a:xfrm>
          <a:prstGeom prst="rect">
            <a:avLst/>
          </a:prstGeom>
        </p:spPr>
      </p:pic>
      <p:pic>
        <p:nvPicPr>
          <p:cNvPr id="18" name="object 18" descr=""/>
          <p:cNvPicPr/>
          <p:nvPr/>
        </p:nvPicPr>
        <p:blipFill>
          <a:blip r:embed="rId17" cstate="print"/>
          <a:stretch>
            <a:fillRect/>
          </a:stretch>
        </p:blipFill>
        <p:spPr>
          <a:xfrm>
            <a:off x="3261359" y="833119"/>
            <a:ext cx="386079" cy="487680"/>
          </a:xfrm>
          <a:prstGeom prst="rect">
            <a:avLst/>
          </a:prstGeom>
        </p:spPr>
      </p:pic>
      <p:pic>
        <p:nvPicPr>
          <p:cNvPr id="19" name="object 19" descr=""/>
          <p:cNvPicPr/>
          <p:nvPr/>
        </p:nvPicPr>
        <p:blipFill>
          <a:blip r:embed="rId18" cstate="print"/>
          <a:stretch>
            <a:fillRect/>
          </a:stretch>
        </p:blipFill>
        <p:spPr>
          <a:xfrm>
            <a:off x="6492240" y="833119"/>
            <a:ext cx="487680" cy="487680"/>
          </a:xfrm>
          <a:prstGeom prst="rect">
            <a:avLst/>
          </a:prstGeom>
        </p:spPr>
      </p:pic>
      <p:pic>
        <p:nvPicPr>
          <p:cNvPr id="20" name="object 20" descr=""/>
          <p:cNvPicPr/>
          <p:nvPr/>
        </p:nvPicPr>
        <p:blipFill>
          <a:blip r:embed="rId19" cstate="print"/>
          <a:stretch>
            <a:fillRect/>
          </a:stretch>
        </p:blipFill>
        <p:spPr>
          <a:xfrm>
            <a:off x="7081519" y="833119"/>
            <a:ext cx="294640" cy="477519"/>
          </a:xfrm>
          <a:prstGeom prst="rect">
            <a:avLst/>
          </a:prstGeom>
        </p:spPr>
      </p:pic>
      <p:pic>
        <p:nvPicPr>
          <p:cNvPr id="21" name="object 21" descr=""/>
          <p:cNvPicPr/>
          <p:nvPr/>
        </p:nvPicPr>
        <p:blipFill>
          <a:blip r:embed="rId20" cstate="print"/>
          <a:stretch>
            <a:fillRect/>
          </a:stretch>
        </p:blipFill>
        <p:spPr>
          <a:xfrm>
            <a:off x="8666480" y="833119"/>
            <a:ext cx="386079" cy="487680"/>
          </a:xfrm>
          <a:prstGeom prst="rect">
            <a:avLst/>
          </a:prstGeom>
        </p:spPr>
      </p:pic>
      <p:pic>
        <p:nvPicPr>
          <p:cNvPr id="22" name="object 22" descr=""/>
          <p:cNvPicPr/>
          <p:nvPr/>
        </p:nvPicPr>
        <p:blipFill>
          <a:blip r:embed="rId21" cstate="print"/>
          <a:stretch>
            <a:fillRect/>
          </a:stretch>
        </p:blipFill>
        <p:spPr>
          <a:xfrm>
            <a:off x="9194800" y="833119"/>
            <a:ext cx="345440" cy="477519"/>
          </a:xfrm>
          <a:prstGeom prst="rect">
            <a:avLst/>
          </a:prstGeom>
        </p:spPr>
      </p:pic>
      <p:pic>
        <p:nvPicPr>
          <p:cNvPr id="23" name="object 23" descr=""/>
          <p:cNvPicPr/>
          <p:nvPr/>
        </p:nvPicPr>
        <p:blipFill>
          <a:blip r:embed="rId22" cstate="print"/>
          <a:stretch>
            <a:fillRect/>
          </a:stretch>
        </p:blipFill>
        <p:spPr>
          <a:xfrm>
            <a:off x="9824719" y="833119"/>
            <a:ext cx="386079" cy="487680"/>
          </a:xfrm>
          <a:prstGeom prst="rect">
            <a:avLst/>
          </a:prstGeom>
        </p:spPr>
      </p:pic>
      <p:pic>
        <p:nvPicPr>
          <p:cNvPr id="24" name="object 24" descr=""/>
          <p:cNvPicPr/>
          <p:nvPr/>
        </p:nvPicPr>
        <p:blipFill>
          <a:blip r:embed="rId23" cstate="print"/>
          <a:stretch>
            <a:fillRect/>
          </a:stretch>
        </p:blipFill>
        <p:spPr>
          <a:xfrm>
            <a:off x="10312400" y="833119"/>
            <a:ext cx="416559" cy="487680"/>
          </a:xfrm>
          <a:prstGeom prst="rect">
            <a:avLst/>
          </a:prstGeom>
        </p:spPr>
      </p:pic>
      <p:sp>
        <p:nvSpPr>
          <p:cNvPr id="25" name="object 25"/>
          <p:cNvSpPr txBox="1">
            <a:spLocks noGrp="1"/>
          </p:cNvSpPr>
          <p:nvPr>
            <p:ph type="title"/>
          </p:nvPr>
        </p:nvSpPr>
        <p:spPr>
          <a:xfrm>
            <a:off x="1391996" y="556259"/>
            <a:ext cx="1039494" cy="909319"/>
          </a:xfrm>
          <a:prstGeom prst="rect"/>
        </p:spPr>
        <p:txBody>
          <a:bodyPr wrap="square" lIns="0" tIns="12700" rIns="0" bIns="0" rtlCol="0" vert="horz">
            <a:spAutoFit/>
          </a:bodyPr>
          <a:lstStyle/>
          <a:p>
            <a:pPr marL="12700">
              <a:lnSpc>
                <a:spcPct val="100000"/>
              </a:lnSpc>
              <a:spcBef>
                <a:spcPts val="100"/>
              </a:spcBef>
            </a:pPr>
            <a:r>
              <a:rPr dirty="0" sz="5800" spc="-560">
                <a:solidFill>
                  <a:srgbClr val="364B5D"/>
                </a:solidFill>
              </a:rPr>
              <a:t>IT'S</a:t>
            </a:r>
            <a:endParaRPr sz="5800"/>
          </a:p>
        </p:txBody>
      </p:sp>
      <p:sp>
        <p:nvSpPr>
          <p:cNvPr id="26" name="object 26" descr=""/>
          <p:cNvSpPr txBox="1"/>
          <p:nvPr/>
        </p:nvSpPr>
        <p:spPr>
          <a:xfrm>
            <a:off x="3698468" y="556259"/>
            <a:ext cx="2600325" cy="909319"/>
          </a:xfrm>
          <a:prstGeom prst="rect">
            <a:avLst/>
          </a:prstGeom>
        </p:spPr>
        <p:txBody>
          <a:bodyPr wrap="square" lIns="0" tIns="12700" rIns="0" bIns="0" rtlCol="0" vert="horz">
            <a:spAutoFit/>
          </a:bodyPr>
          <a:lstStyle/>
          <a:p>
            <a:pPr marL="12700">
              <a:lnSpc>
                <a:spcPct val="100000"/>
              </a:lnSpc>
              <a:spcBef>
                <a:spcPts val="100"/>
              </a:spcBef>
            </a:pPr>
            <a:r>
              <a:rPr dirty="0" sz="5800" spc="-890">
                <a:solidFill>
                  <a:srgbClr val="364B5B"/>
                </a:solidFill>
                <a:latin typeface="Arial"/>
                <a:cs typeface="Arial"/>
              </a:rPr>
              <a:t>EW</a:t>
            </a:r>
            <a:r>
              <a:rPr dirty="0" sz="5800" spc="10">
                <a:solidFill>
                  <a:srgbClr val="364B5B"/>
                </a:solidFill>
                <a:latin typeface="Arial"/>
                <a:cs typeface="Arial"/>
              </a:rPr>
              <a:t> </a:t>
            </a:r>
            <a:r>
              <a:rPr dirty="0" sz="5800" spc="-735">
                <a:solidFill>
                  <a:srgbClr val="3A4D5D"/>
                </a:solidFill>
                <a:latin typeface="Arial"/>
                <a:cs typeface="Arial"/>
              </a:rPr>
              <a:t>WAY</a:t>
            </a:r>
            <a:endParaRPr sz="5800">
              <a:latin typeface="Arial"/>
              <a:cs typeface="Arial"/>
            </a:endParaRPr>
          </a:p>
        </p:txBody>
      </p:sp>
      <p:sp>
        <p:nvSpPr>
          <p:cNvPr id="27" name="object 27" descr=""/>
          <p:cNvSpPr txBox="1"/>
          <p:nvPr/>
        </p:nvSpPr>
        <p:spPr>
          <a:xfrm>
            <a:off x="7519237" y="556259"/>
            <a:ext cx="2226945" cy="909319"/>
          </a:xfrm>
          <a:prstGeom prst="rect">
            <a:avLst/>
          </a:prstGeom>
        </p:spPr>
        <p:txBody>
          <a:bodyPr wrap="square" lIns="0" tIns="12700" rIns="0" bIns="0" rtlCol="0" vert="horz">
            <a:spAutoFit/>
          </a:bodyPr>
          <a:lstStyle/>
          <a:p>
            <a:pPr marL="12700">
              <a:lnSpc>
                <a:spcPct val="100000"/>
              </a:lnSpc>
              <a:spcBef>
                <a:spcPts val="100"/>
              </a:spcBef>
              <a:tabLst>
                <a:tab pos="2033270" algn="l"/>
              </a:tabLst>
            </a:pPr>
            <a:r>
              <a:rPr dirty="0" sz="5800" spc="-405">
                <a:solidFill>
                  <a:srgbClr val="384959"/>
                </a:solidFill>
                <a:latin typeface="Arial"/>
                <a:cs typeface="Arial"/>
              </a:rPr>
              <a:t>THI</a:t>
            </a:r>
            <a:r>
              <a:rPr dirty="0" sz="5800">
                <a:solidFill>
                  <a:srgbClr val="384959"/>
                </a:solidFill>
                <a:latin typeface="Arial"/>
                <a:cs typeface="Arial"/>
              </a:rPr>
              <a:t>	</a:t>
            </a:r>
            <a:r>
              <a:rPr dirty="0" sz="5800" spc="-145">
                <a:solidFill>
                  <a:srgbClr val="384B59"/>
                </a:solidFill>
                <a:latin typeface="Arial"/>
                <a:cs typeface="Arial"/>
              </a:rPr>
              <a:t>I</a:t>
            </a:r>
            <a:endParaRPr sz="5800">
              <a:latin typeface="Arial"/>
              <a:cs typeface="Arial"/>
            </a:endParaRPr>
          </a:p>
        </p:txBody>
      </p:sp>
      <p:sp>
        <p:nvSpPr>
          <p:cNvPr id="28" name="object 28" descr=""/>
          <p:cNvSpPr txBox="1"/>
          <p:nvPr/>
        </p:nvSpPr>
        <p:spPr>
          <a:xfrm>
            <a:off x="3003664" y="2614929"/>
            <a:ext cx="613410" cy="231140"/>
          </a:xfrm>
          <a:prstGeom prst="rect">
            <a:avLst/>
          </a:prstGeom>
        </p:spPr>
        <p:txBody>
          <a:bodyPr wrap="square" lIns="0" tIns="12700" rIns="0" bIns="0" rtlCol="0" vert="horz">
            <a:spAutoFit/>
          </a:bodyPr>
          <a:lstStyle/>
          <a:p>
            <a:pPr marL="12700">
              <a:lnSpc>
                <a:spcPct val="100000"/>
              </a:lnSpc>
              <a:spcBef>
                <a:spcPts val="100"/>
              </a:spcBef>
            </a:pPr>
            <a:r>
              <a:rPr dirty="0" sz="1350" spc="-10">
                <a:solidFill>
                  <a:srgbClr val="464646"/>
                </a:solidFill>
                <a:latin typeface="Arial"/>
                <a:cs typeface="Arial"/>
              </a:rPr>
              <a:t>product</a:t>
            </a:r>
            <a:endParaRPr sz="1350">
              <a:latin typeface="Arial"/>
              <a:cs typeface="Arial"/>
            </a:endParaRPr>
          </a:p>
        </p:txBody>
      </p:sp>
      <p:sp>
        <p:nvSpPr>
          <p:cNvPr id="29" name="object 29" descr=""/>
          <p:cNvSpPr txBox="1"/>
          <p:nvPr/>
        </p:nvSpPr>
        <p:spPr>
          <a:xfrm>
            <a:off x="2998216" y="4185920"/>
            <a:ext cx="704215" cy="223520"/>
          </a:xfrm>
          <a:prstGeom prst="rect">
            <a:avLst/>
          </a:prstGeom>
        </p:spPr>
        <p:txBody>
          <a:bodyPr wrap="square" lIns="0" tIns="12700" rIns="0" bIns="0" rtlCol="0" vert="horz">
            <a:spAutoFit/>
          </a:bodyPr>
          <a:lstStyle/>
          <a:p>
            <a:pPr marL="12700">
              <a:lnSpc>
                <a:spcPct val="100000"/>
              </a:lnSpc>
              <a:spcBef>
                <a:spcPts val="100"/>
              </a:spcBef>
            </a:pPr>
            <a:r>
              <a:rPr dirty="0" sz="1300" spc="-10">
                <a:solidFill>
                  <a:srgbClr val="484848"/>
                </a:solidFill>
                <a:latin typeface="Arial"/>
                <a:cs typeface="Arial"/>
              </a:rPr>
              <a:t>chan</a:t>
            </a:r>
            <a:r>
              <a:rPr dirty="0" sz="1300" spc="-10">
                <a:solidFill>
                  <a:srgbClr val="4B4B4B"/>
                </a:solidFill>
                <a:latin typeface="Arial"/>
                <a:cs typeface="Arial"/>
              </a:rPr>
              <a:t>nels</a:t>
            </a:r>
            <a:endParaRPr sz="1300">
              <a:latin typeface="Arial"/>
              <a:cs typeface="Arial"/>
            </a:endParaRPr>
          </a:p>
        </p:txBody>
      </p:sp>
      <p:sp>
        <p:nvSpPr>
          <p:cNvPr id="30" name="object 30" descr=""/>
          <p:cNvSpPr txBox="1"/>
          <p:nvPr/>
        </p:nvSpPr>
        <p:spPr>
          <a:xfrm>
            <a:off x="2997454" y="5843270"/>
            <a:ext cx="744855" cy="246379"/>
          </a:xfrm>
          <a:prstGeom prst="rect">
            <a:avLst/>
          </a:prstGeom>
        </p:spPr>
        <p:txBody>
          <a:bodyPr wrap="square" lIns="0" tIns="12700" rIns="0" bIns="0" rtlCol="0" vert="horz">
            <a:spAutoFit/>
          </a:bodyPr>
          <a:lstStyle/>
          <a:p>
            <a:pPr marL="12700">
              <a:lnSpc>
                <a:spcPct val="100000"/>
              </a:lnSpc>
              <a:spcBef>
                <a:spcPts val="100"/>
              </a:spcBef>
            </a:pPr>
            <a:r>
              <a:rPr dirty="0" sz="1450" spc="-40">
                <a:solidFill>
                  <a:srgbClr val="484848"/>
                </a:solidFill>
                <a:latin typeface="Arial"/>
                <a:cs typeface="Arial"/>
              </a:rPr>
              <a:t>customer</a:t>
            </a:r>
            <a:endParaRPr sz="1450">
              <a:latin typeface="Arial"/>
              <a:cs typeface="Arial"/>
            </a:endParaRPr>
          </a:p>
        </p:txBody>
      </p:sp>
      <p:sp>
        <p:nvSpPr>
          <p:cNvPr id="31" name="object 31" descr=""/>
          <p:cNvSpPr txBox="1"/>
          <p:nvPr/>
        </p:nvSpPr>
        <p:spPr>
          <a:xfrm>
            <a:off x="5893132" y="3214370"/>
            <a:ext cx="372745" cy="292100"/>
          </a:xfrm>
          <a:prstGeom prst="rect">
            <a:avLst/>
          </a:prstGeom>
        </p:spPr>
        <p:txBody>
          <a:bodyPr wrap="square" lIns="0" tIns="12700" rIns="0" bIns="0" rtlCol="0" vert="horz">
            <a:spAutoFit/>
          </a:bodyPr>
          <a:lstStyle/>
          <a:p>
            <a:pPr marL="12700">
              <a:lnSpc>
                <a:spcPct val="100000"/>
              </a:lnSpc>
              <a:spcBef>
                <a:spcPts val="100"/>
              </a:spcBef>
            </a:pPr>
            <a:r>
              <a:rPr dirty="0" sz="1750" spc="-25" i="1">
                <a:solidFill>
                  <a:srgbClr val="424242"/>
                </a:solidFill>
                <a:latin typeface="Arial"/>
                <a:cs typeface="Arial"/>
              </a:rPr>
              <a:t>VS.</a:t>
            </a:r>
            <a:endParaRPr sz="1750">
              <a:latin typeface="Arial"/>
              <a:cs typeface="Arial"/>
            </a:endParaRPr>
          </a:p>
        </p:txBody>
      </p:sp>
      <p:sp>
        <p:nvSpPr>
          <p:cNvPr id="32" name="object 32" descr=""/>
          <p:cNvSpPr txBox="1"/>
          <p:nvPr/>
        </p:nvSpPr>
        <p:spPr>
          <a:xfrm>
            <a:off x="8546865" y="2736850"/>
            <a:ext cx="557530" cy="231140"/>
          </a:xfrm>
          <a:prstGeom prst="rect">
            <a:avLst/>
          </a:prstGeom>
        </p:spPr>
        <p:txBody>
          <a:bodyPr wrap="square" lIns="0" tIns="12700" rIns="0" bIns="0" rtlCol="0" vert="horz">
            <a:spAutoFit/>
          </a:bodyPr>
          <a:lstStyle/>
          <a:p>
            <a:pPr marL="12700">
              <a:lnSpc>
                <a:spcPct val="100000"/>
              </a:lnSpc>
              <a:spcBef>
                <a:spcPts val="100"/>
              </a:spcBef>
            </a:pPr>
            <a:r>
              <a:rPr dirty="0" sz="1350" spc="-10">
                <a:solidFill>
                  <a:srgbClr val="B88A95"/>
                </a:solidFill>
                <a:latin typeface="Arial"/>
                <a:cs typeface="Arial"/>
              </a:rPr>
              <a:t>service</a:t>
            </a:r>
            <a:endParaRPr sz="1350">
              <a:latin typeface="Arial"/>
              <a:cs typeface="Arial"/>
            </a:endParaRPr>
          </a:p>
        </p:txBody>
      </p:sp>
      <p:sp>
        <p:nvSpPr>
          <p:cNvPr id="33" name="object 33" descr=""/>
          <p:cNvSpPr txBox="1"/>
          <p:nvPr/>
        </p:nvSpPr>
        <p:spPr>
          <a:xfrm>
            <a:off x="8465584" y="4281170"/>
            <a:ext cx="808355" cy="231140"/>
          </a:xfrm>
          <a:prstGeom prst="rect">
            <a:avLst/>
          </a:prstGeom>
        </p:spPr>
        <p:txBody>
          <a:bodyPr wrap="square" lIns="0" tIns="12700" rIns="0" bIns="0" rtlCol="0" vert="horz">
            <a:spAutoFit/>
          </a:bodyPr>
          <a:lstStyle/>
          <a:p>
            <a:pPr marL="12700">
              <a:lnSpc>
                <a:spcPct val="100000"/>
              </a:lnSpc>
              <a:spcBef>
                <a:spcPts val="100"/>
              </a:spcBef>
            </a:pPr>
            <a:r>
              <a:rPr dirty="0" sz="1350" spc="-10">
                <a:solidFill>
                  <a:srgbClr val="A56B72"/>
                </a:solidFill>
                <a:latin typeface="Arial"/>
                <a:cs typeface="Arial"/>
              </a:rPr>
              <a:t>subscriber</a:t>
            </a:r>
            <a:endParaRPr sz="1350">
              <a:latin typeface="Arial"/>
              <a:cs typeface="Arial"/>
            </a:endParaRPr>
          </a:p>
        </p:txBody>
      </p:sp>
      <p:sp>
        <p:nvSpPr>
          <p:cNvPr id="34" name="object 34" descr=""/>
          <p:cNvSpPr txBox="1"/>
          <p:nvPr/>
        </p:nvSpPr>
        <p:spPr>
          <a:xfrm>
            <a:off x="8454631" y="5252720"/>
            <a:ext cx="865505" cy="223520"/>
          </a:xfrm>
          <a:prstGeom prst="rect">
            <a:avLst/>
          </a:prstGeom>
        </p:spPr>
        <p:txBody>
          <a:bodyPr wrap="square" lIns="0" tIns="12700" rIns="0" bIns="0" rtlCol="0" vert="horz">
            <a:spAutoFit/>
          </a:bodyPr>
          <a:lstStyle/>
          <a:p>
            <a:pPr marL="12700">
              <a:lnSpc>
                <a:spcPct val="100000"/>
              </a:lnSpc>
              <a:spcBef>
                <a:spcPts val="100"/>
              </a:spcBef>
            </a:pPr>
            <a:r>
              <a:rPr dirty="0" sz="1300" spc="-10">
                <a:solidFill>
                  <a:srgbClr val="939393"/>
                </a:solidFill>
                <a:latin typeface="Arial"/>
                <a:cs typeface="Arial"/>
              </a:rPr>
              <a:t>experience</a:t>
            </a:r>
            <a:endParaRPr sz="1300">
              <a:latin typeface="Arial"/>
              <a:cs typeface="Arial"/>
            </a:endParaRPr>
          </a:p>
        </p:txBody>
      </p:sp>
      <p:sp>
        <p:nvSpPr>
          <p:cNvPr id="35" name="object 35" descr=""/>
          <p:cNvSpPr txBox="1"/>
          <p:nvPr/>
        </p:nvSpPr>
        <p:spPr>
          <a:xfrm>
            <a:off x="8493759" y="5715000"/>
            <a:ext cx="696595" cy="254000"/>
          </a:xfrm>
          <a:prstGeom prst="rect">
            <a:avLst/>
          </a:prstGeom>
        </p:spPr>
        <p:txBody>
          <a:bodyPr wrap="square" lIns="0" tIns="12700" rIns="0" bIns="0" rtlCol="0" vert="horz">
            <a:spAutoFit/>
          </a:bodyPr>
          <a:lstStyle/>
          <a:p>
            <a:pPr marL="12700">
              <a:lnSpc>
                <a:spcPct val="100000"/>
              </a:lnSpc>
              <a:spcBef>
                <a:spcPts val="100"/>
              </a:spcBef>
            </a:pPr>
            <a:r>
              <a:rPr dirty="0" sz="1500" spc="-95">
                <a:solidFill>
                  <a:srgbClr val="B1B1B1"/>
                </a:solidFill>
                <a:latin typeface="Arial"/>
                <a:cs typeface="Arial"/>
              </a:rPr>
              <a:t>channels</a:t>
            </a:r>
            <a:endParaRPr sz="1500">
              <a:latin typeface="Arial"/>
              <a:cs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33145" y="2597150"/>
            <a:ext cx="971550" cy="276860"/>
          </a:xfrm>
          <a:prstGeom prst="rect"/>
        </p:spPr>
        <p:txBody>
          <a:bodyPr wrap="square" lIns="0" tIns="12700" rIns="0" bIns="0" rtlCol="0" vert="horz">
            <a:spAutoFit/>
          </a:bodyPr>
          <a:lstStyle/>
          <a:p>
            <a:pPr marL="12700">
              <a:lnSpc>
                <a:spcPct val="100000"/>
              </a:lnSpc>
              <a:spcBef>
                <a:spcPts val="100"/>
              </a:spcBef>
            </a:pPr>
            <a:r>
              <a:rPr dirty="0" sz="1650" spc="90">
                <a:solidFill>
                  <a:srgbClr val="494949"/>
                </a:solidFill>
              </a:rPr>
              <a:t>Unit</a:t>
            </a:r>
            <a:r>
              <a:rPr dirty="0" sz="1650" spc="50">
                <a:solidFill>
                  <a:srgbClr val="494949"/>
                </a:solidFill>
              </a:rPr>
              <a:t> </a:t>
            </a:r>
            <a:r>
              <a:rPr dirty="0" sz="1650" spc="-90">
                <a:solidFill>
                  <a:srgbClr val="494949"/>
                </a:solidFill>
              </a:rPr>
              <a:t>Sales</a:t>
            </a:r>
            <a:endParaRPr sz="1650"/>
          </a:p>
        </p:txBody>
      </p:sp>
      <p:sp>
        <p:nvSpPr>
          <p:cNvPr id="3" name="object 3" descr=""/>
          <p:cNvSpPr txBox="1"/>
          <p:nvPr/>
        </p:nvSpPr>
        <p:spPr>
          <a:xfrm>
            <a:off x="3933475" y="3204209"/>
            <a:ext cx="1509395" cy="2127250"/>
          </a:xfrm>
          <a:prstGeom prst="rect">
            <a:avLst/>
          </a:prstGeom>
        </p:spPr>
        <p:txBody>
          <a:bodyPr wrap="square" lIns="0" tIns="12700" rIns="0" bIns="0" rtlCol="0" vert="horz">
            <a:spAutoFit/>
          </a:bodyPr>
          <a:lstStyle/>
          <a:p>
            <a:pPr marL="12700">
              <a:lnSpc>
                <a:spcPct val="100000"/>
              </a:lnSpc>
              <a:spcBef>
                <a:spcPts val="100"/>
              </a:spcBef>
            </a:pPr>
            <a:r>
              <a:rPr dirty="0" sz="1750" spc="-10">
                <a:solidFill>
                  <a:srgbClr val="494949"/>
                </a:solidFill>
                <a:latin typeface="Arial"/>
                <a:cs typeface="Arial"/>
              </a:rPr>
              <a:t>Branding</a:t>
            </a:r>
            <a:endParaRPr sz="1750">
              <a:latin typeface="Arial"/>
              <a:cs typeface="Arial"/>
            </a:endParaRPr>
          </a:p>
          <a:p>
            <a:pPr>
              <a:lnSpc>
                <a:spcPct val="100000"/>
              </a:lnSpc>
              <a:spcBef>
                <a:spcPts val="835"/>
              </a:spcBef>
            </a:pPr>
            <a:endParaRPr sz="1750">
              <a:latin typeface="Arial"/>
              <a:cs typeface="Arial"/>
            </a:endParaRPr>
          </a:p>
          <a:p>
            <a:pPr marL="21590">
              <a:lnSpc>
                <a:spcPct val="100000"/>
              </a:lnSpc>
            </a:pPr>
            <a:r>
              <a:rPr dirty="0" sz="1600" spc="70">
                <a:solidFill>
                  <a:srgbClr val="464646"/>
                </a:solidFill>
                <a:latin typeface="Calibri"/>
                <a:cs typeface="Calibri"/>
              </a:rPr>
              <a:t>Selling</a:t>
            </a:r>
            <a:r>
              <a:rPr dirty="0" sz="1600" spc="110">
                <a:solidFill>
                  <a:srgbClr val="464646"/>
                </a:solidFill>
                <a:latin typeface="Calibri"/>
                <a:cs typeface="Calibri"/>
              </a:rPr>
              <a:t> </a:t>
            </a:r>
            <a:r>
              <a:rPr dirty="0" sz="1600" spc="55">
                <a:solidFill>
                  <a:srgbClr val="464646"/>
                </a:solidFill>
                <a:latin typeface="Calibri"/>
                <a:cs typeface="Calibri"/>
              </a:rPr>
              <a:t>products</a:t>
            </a:r>
            <a:endParaRPr sz="1600">
              <a:latin typeface="Calibri"/>
              <a:cs typeface="Calibri"/>
            </a:endParaRPr>
          </a:p>
          <a:p>
            <a:pPr marL="22225" marR="292735" indent="-10160">
              <a:lnSpc>
                <a:spcPct val="250000"/>
              </a:lnSpc>
              <a:spcBef>
                <a:spcPts val="80"/>
              </a:spcBef>
            </a:pPr>
            <a:r>
              <a:rPr dirty="0" sz="1600" spc="105">
                <a:solidFill>
                  <a:srgbClr val="494949"/>
                </a:solidFill>
                <a:latin typeface="Arial"/>
                <a:cs typeface="Arial"/>
              </a:rPr>
              <a:t>Unit</a:t>
            </a:r>
            <a:r>
              <a:rPr dirty="0" sz="1600" spc="55">
                <a:solidFill>
                  <a:srgbClr val="494949"/>
                </a:solidFill>
                <a:latin typeface="Arial"/>
                <a:cs typeface="Arial"/>
              </a:rPr>
              <a:t> </a:t>
            </a:r>
            <a:r>
              <a:rPr dirty="0" sz="1600" spc="-10">
                <a:solidFill>
                  <a:srgbClr val="464646"/>
                </a:solidFill>
                <a:latin typeface="Arial"/>
                <a:cs typeface="Arial"/>
              </a:rPr>
              <a:t>margins </a:t>
            </a:r>
            <a:r>
              <a:rPr dirty="0" sz="1600" spc="-20">
                <a:solidFill>
                  <a:srgbClr val="484848"/>
                </a:solidFill>
                <a:latin typeface="Arial"/>
                <a:cs typeface="Arial"/>
              </a:rPr>
              <a:t>H</a:t>
            </a:r>
            <a:r>
              <a:rPr dirty="0" sz="1600" spc="-204">
                <a:solidFill>
                  <a:srgbClr val="484848"/>
                </a:solidFill>
                <a:latin typeface="Arial"/>
                <a:cs typeface="Arial"/>
              </a:rPr>
              <a:t> </a:t>
            </a:r>
            <a:r>
              <a:rPr dirty="0" sz="1600">
                <a:solidFill>
                  <a:srgbClr val="4B4B4B"/>
                </a:solidFill>
                <a:latin typeface="Arial"/>
                <a:cs typeface="Arial"/>
              </a:rPr>
              <a:t>it</a:t>
            </a:r>
            <a:r>
              <a:rPr dirty="0" sz="1600" spc="195">
                <a:solidFill>
                  <a:srgbClr val="4B4B4B"/>
                </a:solidFill>
                <a:latin typeface="Arial"/>
                <a:cs typeface="Arial"/>
              </a:rPr>
              <a:t> </a:t>
            </a:r>
            <a:r>
              <a:rPr dirty="0" sz="1600" spc="-10">
                <a:solidFill>
                  <a:srgbClr val="4B4B4B"/>
                </a:solidFill>
                <a:latin typeface="Arial"/>
                <a:cs typeface="Arial"/>
              </a:rPr>
              <a:t>products</a:t>
            </a:r>
            <a:endParaRPr sz="1600">
              <a:latin typeface="Arial"/>
              <a:cs typeface="Arial"/>
            </a:endParaRPr>
          </a:p>
        </p:txBody>
      </p:sp>
      <p:sp>
        <p:nvSpPr>
          <p:cNvPr id="4" name="object 4" descr=""/>
          <p:cNvSpPr txBox="1"/>
          <p:nvPr/>
        </p:nvSpPr>
        <p:spPr>
          <a:xfrm>
            <a:off x="8226136" y="2597150"/>
            <a:ext cx="1247775" cy="276860"/>
          </a:xfrm>
          <a:prstGeom prst="rect">
            <a:avLst/>
          </a:prstGeom>
        </p:spPr>
        <p:txBody>
          <a:bodyPr wrap="square" lIns="0" tIns="12700" rIns="0" bIns="0" rtlCol="0" vert="horz">
            <a:spAutoFit/>
          </a:bodyPr>
          <a:lstStyle/>
          <a:p>
            <a:pPr marL="12700">
              <a:lnSpc>
                <a:spcPct val="100000"/>
              </a:lnSpc>
              <a:spcBef>
                <a:spcPts val="100"/>
              </a:spcBef>
            </a:pPr>
            <a:r>
              <a:rPr dirty="0" sz="1650">
                <a:solidFill>
                  <a:srgbClr val="464646"/>
                </a:solidFill>
                <a:latin typeface="Arial"/>
                <a:cs typeface="Arial"/>
              </a:rPr>
              <a:t>Value</a:t>
            </a:r>
            <a:r>
              <a:rPr dirty="0" sz="1650" spc="-80">
                <a:solidFill>
                  <a:srgbClr val="464646"/>
                </a:solidFill>
                <a:latin typeface="Arial"/>
                <a:cs typeface="Arial"/>
              </a:rPr>
              <a:t> </a:t>
            </a:r>
            <a:r>
              <a:rPr dirty="0" sz="1650" spc="-10">
                <a:solidFill>
                  <a:srgbClr val="464646"/>
                </a:solidFill>
                <a:latin typeface="Arial"/>
                <a:cs typeface="Arial"/>
              </a:rPr>
              <a:t>pricing</a:t>
            </a:r>
            <a:endParaRPr sz="1650">
              <a:latin typeface="Arial"/>
              <a:cs typeface="Arial"/>
            </a:endParaRPr>
          </a:p>
        </p:txBody>
      </p:sp>
      <p:sp>
        <p:nvSpPr>
          <p:cNvPr id="5" name="object 5" descr=""/>
          <p:cNvSpPr txBox="1"/>
          <p:nvPr/>
        </p:nvSpPr>
        <p:spPr>
          <a:xfrm>
            <a:off x="8227059" y="3223259"/>
            <a:ext cx="2247265" cy="2108200"/>
          </a:xfrm>
          <a:prstGeom prst="rect">
            <a:avLst/>
          </a:prstGeom>
        </p:spPr>
        <p:txBody>
          <a:bodyPr wrap="square" lIns="0" tIns="12700" rIns="0" bIns="0" rtlCol="0" vert="horz">
            <a:spAutoFit/>
          </a:bodyPr>
          <a:lstStyle/>
          <a:p>
            <a:pPr marL="16510">
              <a:lnSpc>
                <a:spcPct val="100000"/>
              </a:lnSpc>
              <a:spcBef>
                <a:spcPts val="100"/>
              </a:spcBef>
            </a:pPr>
            <a:r>
              <a:rPr dirty="0" sz="1600" spc="-10">
                <a:solidFill>
                  <a:srgbClr val="4B4B4B"/>
                </a:solidFill>
                <a:latin typeface="Arial"/>
                <a:cs typeface="Arial"/>
              </a:rPr>
              <a:t>Experience</a:t>
            </a:r>
            <a:endParaRPr sz="1600">
              <a:latin typeface="Arial"/>
              <a:cs typeface="Arial"/>
            </a:endParaRPr>
          </a:p>
          <a:p>
            <a:pPr>
              <a:lnSpc>
                <a:spcPct val="100000"/>
              </a:lnSpc>
              <a:spcBef>
                <a:spcPts val="990"/>
              </a:spcBef>
            </a:pPr>
            <a:endParaRPr sz="1600">
              <a:latin typeface="Arial"/>
              <a:cs typeface="Arial"/>
            </a:endParaRPr>
          </a:p>
          <a:p>
            <a:pPr marL="12700">
              <a:lnSpc>
                <a:spcPct val="100000"/>
              </a:lnSpc>
            </a:pPr>
            <a:r>
              <a:rPr dirty="0" sz="1650" spc="-10">
                <a:solidFill>
                  <a:srgbClr val="494949"/>
                </a:solidFill>
                <a:latin typeface="Arial"/>
                <a:cs typeface="Arial"/>
              </a:rPr>
              <a:t>Solving</a:t>
            </a:r>
            <a:r>
              <a:rPr dirty="0" sz="1650" spc="-105">
                <a:solidFill>
                  <a:srgbClr val="494949"/>
                </a:solidFill>
                <a:latin typeface="Arial"/>
                <a:cs typeface="Arial"/>
              </a:rPr>
              <a:t> </a:t>
            </a:r>
            <a:r>
              <a:rPr dirty="0" sz="1650" spc="-10">
                <a:solidFill>
                  <a:srgbClr val="464646"/>
                </a:solidFill>
                <a:latin typeface="Arial"/>
                <a:cs typeface="Arial"/>
              </a:rPr>
              <a:t>needs</a:t>
            </a:r>
            <a:endParaRPr sz="1650">
              <a:latin typeface="Arial"/>
              <a:cs typeface="Arial"/>
            </a:endParaRPr>
          </a:p>
          <a:p>
            <a:pPr marL="17145" marR="5080" indent="-5080">
              <a:lnSpc>
                <a:spcPct val="250000"/>
              </a:lnSpc>
              <a:spcBef>
                <a:spcPts val="70"/>
              </a:spcBef>
            </a:pPr>
            <a:r>
              <a:rPr dirty="0" sz="1600">
                <a:solidFill>
                  <a:srgbClr val="494949"/>
                </a:solidFill>
                <a:latin typeface="Arial"/>
                <a:cs typeface="Arial"/>
              </a:rPr>
              <a:t>Customer</a:t>
            </a:r>
            <a:r>
              <a:rPr dirty="0" sz="1600" spc="190">
                <a:solidFill>
                  <a:srgbClr val="494949"/>
                </a:solidFill>
                <a:latin typeface="Arial"/>
                <a:cs typeface="Arial"/>
              </a:rPr>
              <a:t> </a:t>
            </a:r>
            <a:r>
              <a:rPr dirty="0" sz="1600" spc="65">
                <a:solidFill>
                  <a:srgbClr val="464646"/>
                </a:solidFill>
                <a:latin typeface="Arial"/>
                <a:cs typeface="Arial"/>
              </a:rPr>
              <a:t>lifetime</a:t>
            </a:r>
            <a:r>
              <a:rPr dirty="0" sz="1600" spc="114">
                <a:solidFill>
                  <a:srgbClr val="464646"/>
                </a:solidFill>
                <a:latin typeface="Arial"/>
                <a:cs typeface="Arial"/>
              </a:rPr>
              <a:t> </a:t>
            </a:r>
            <a:r>
              <a:rPr dirty="0" sz="1600" spc="-25">
                <a:solidFill>
                  <a:srgbClr val="484848"/>
                </a:solidFill>
                <a:latin typeface="Arial"/>
                <a:cs typeface="Arial"/>
              </a:rPr>
              <a:t>value </a:t>
            </a:r>
            <a:r>
              <a:rPr dirty="0" sz="1600">
                <a:solidFill>
                  <a:srgbClr val="494949"/>
                </a:solidFill>
                <a:latin typeface="Arial"/>
                <a:cs typeface="Arial"/>
              </a:rPr>
              <a:t>Deep</a:t>
            </a:r>
            <a:r>
              <a:rPr dirty="0" sz="1600" spc="130">
                <a:solidFill>
                  <a:srgbClr val="494949"/>
                </a:solidFill>
                <a:latin typeface="Arial"/>
                <a:cs typeface="Arial"/>
              </a:rPr>
              <a:t> </a:t>
            </a:r>
            <a:r>
              <a:rPr dirty="0" sz="1600" spc="-10">
                <a:solidFill>
                  <a:srgbClr val="464646"/>
                </a:solidFill>
                <a:latin typeface="Arial"/>
                <a:cs typeface="Arial"/>
              </a:rPr>
              <a:t>relationships</a:t>
            </a:r>
            <a:endParaRPr sz="1600">
              <a:latin typeface="Arial"/>
              <a:cs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0" y="0"/>
            <a:ext cx="12192000" cy="6857999"/>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10160" y="6004560"/>
            <a:ext cx="12181840" cy="508000"/>
          </a:xfrm>
          <a:prstGeom prst="rect">
            <a:avLst/>
          </a:prstGeom>
        </p:spPr>
      </p:pic>
      <p:pic>
        <p:nvPicPr>
          <p:cNvPr id="3" name="object 3" descr=""/>
          <p:cNvPicPr/>
          <p:nvPr/>
        </p:nvPicPr>
        <p:blipFill>
          <a:blip r:embed="rId3" cstate="print"/>
          <a:stretch>
            <a:fillRect/>
          </a:stretch>
        </p:blipFill>
        <p:spPr>
          <a:xfrm>
            <a:off x="457200" y="2418079"/>
            <a:ext cx="11135360" cy="3190239"/>
          </a:xfrm>
          <a:prstGeom prst="rect">
            <a:avLst/>
          </a:prstGeom>
        </p:spPr>
      </p:pic>
      <p:pic>
        <p:nvPicPr>
          <p:cNvPr id="4" name="object 4" descr=""/>
          <p:cNvPicPr/>
          <p:nvPr/>
        </p:nvPicPr>
        <p:blipFill>
          <a:blip r:embed="rId4" cstate="print"/>
          <a:stretch>
            <a:fillRect/>
          </a:stretch>
        </p:blipFill>
        <p:spPr>
          <a:xfrm>
            <a:off x="10160" y="1310639"/>
            <a:ext cx="12181840" cy="508000"/>
          </a:xfrm>
          <a:prstGeom prst="rect">
            <a:avLst/>
          </a:prstGeom>
        </p:spPr>
      </p:pic>
      <p:sp>
        <p:nvSpPr>
          <p:cNvPr id="5" name="object 5" descr=""/>
          <p:cNvSpPr/>
          <p:nvPr/>
        </p:nvSpPr>
        <p:spPr>
          <a:xfrm>
            <a:off x="388620" y="2371344"/>
            <a:ext cx="0" cy="3310254"/>
          </a:xfrm>
          <a:custGeom>
            <a:avLst/>
            <a:gdLst/>
            <a:ahLst/>
            <a:cxnLst/>
            <a:rect l="l" t="t" r="r" b="b"/>
            <a:pathLst>
              <a:path w="0" h="3310254">
                <a:moveTo>
                  <a:pt x="0" y="3310128"/>
                </a:moveTo>
                <a:lnTo>
                  <a:pt x="0" y="0"/>
                </a:lnTo>
              </a:path>
            </a:pathLst>
          </a:custGeom>
          <a:ln w="9144">
            <a:solidFill>
              <a:srgbClr val="6B4F54"/>
            </a:solidFill>
          </a:ln>
        </p:spPr>
        <p:txBody>
          <a:bodyPr wrap="square" lIns="0" tIns="0" rIns="0" bIns="0" rtlCol="0"/>
          <a:lstStyle/>
          <a:p/>
        </p:txBody>
      </p:sp>
      <p:grpSp>
        <p:nvGrpSpPr>
          <p:cNvPr id="6" name="object 6" descr=""/>
          <p:cNvGrpSpPr/>
          <p:nvPr/>
        </p:nvGrpSpPr>
        <p:grpSpPr>
          <a:xfrm>
            <a:off x="355600" y="2336800"/>
            <a:ext cx="11285220" cy="3345179"/>
            <a:chOff x="355600" y="2336800"/>
            <a:chExt cx="11285220" cy="3345179"/>
          </a:xfrm>
        </p:grpSpPr>
        <p:sp>
          <p:nvSpPr>
            <p:cNvPr id="7" name="object 7" descr=""/>
            <p:cNvSpPr/>
            <p:nvPr/>
          </p:nvSpPr>
          <p:spPr>
            <a:xfrm>
              <a:off x="11635740" y="2371344"/>
              <a:ext cx="0" cy="3310254"/>
            </a:xfrm>
            <a:custGeom>
              <a:avLst/>
              <a:gdLst/>
              <a:ahLst/>
              <a:cxnLst/>
              <a:rect l="l" t="t" r="r" b="b"/>
              <a:pathLst>
                <a:path w="0" h="3310254">
                  <a:moveTo>
                    <a:pt x="0" y="3310128"/>
                  </a:moveTo>
                  <a:lnTo>
                    <a:pt x="0" y="0"/>
                  </a:lnTo>
                </a:path>
              </a:pathLst>
            </a:custGeom>
            <a:ln w="9144">
              <a:solidFill>
                <a:srgbClr val="6B4F54"/>
              </a:solidFill>
            </a:ln>
          </p:spPr>
          <p:txBody>
            <a:bodyPr wrap="square" lIns="0" tIns="0" rIns="0" bIns="0" rtlCol="0"/>
            <a:lstStyle/>
            <a:p/>
          </p:txBody>
        </p:sp>
        <p:sp>
          <p:nvSpPr>
            <p:cNvPr id="8" name="object 8" descr=""/>
            <p:cNvSpPr/>
            <p:nvPr/>
          </p:nvSpPr>
          <p:spPr>
            <a:xfrm>
              <a:off x="384048" y="2375915"/>
              <a:ext cx="11256645" cy="0"/>
            </a:xfrm>
            <a:custGeom>
              <a:avLst/>
              <a:gdLst/>
              <a:ahLst/>
              <a:cxnLst/>
              <a:rect l="l" t="t" r="r" b="b"/>
              <a:pathLst>
                <a:path w="11256645" h="0">
                  <a:moveTo>
                    <a:pt x="0" y="0"/>
                  </a:moveTo>
                  <a:lnTo>
                    <a:pt x="11256264" y="0"/>
                  </a:lnTo>
                </a:path>
              </a:pathLst>
            </a:custGeom>
            <a:ln w="9144">
              <a:solidFill>
                <a:srgbClr val="6B4F54"/>
              </a:solidFill>
            </a:ln>
          </p:spPr>
          <p:txBody>
            <a:bodyPr wrap="square" lIns="0" tIns="0" rIns="0" bIns="0" rtlCol="0"/>
            <a:lstStyle/>
            <a:p/>
          </p:txBody>
        </p:sp>
        <p:sp>
          <p:nvSpPr>
            <p:cNvPr id="9" name="object 9" descr=""/>
            <p:cNvSpPr/>
            <p:nvPr/>
          </p:nvSpPr>
          <p:spPr>
            <a:xfrm>
              <a:off x="384048" y="5676900"/>
              <a:ext cx="11256645" cy="0"/>
            </a:xfrm>
            <a:custGeom>
              <a:avLst/>
              <a:gdLst/>
              <a:ahLst/>
              <a:cxnLst/>
              <a:rect l="l" t="t" r="r" b="b"/>
              <a:pathLst>
                <a:path w="11256645" h="0">
                  <a:moveTo>
                    <a:pt x="0" y="0"/>
                  </a:moveTo>
                  <a:lnTo>
                    <a:pt x="11256264" y="0"/>
                  </a:lnTo>
                </a:path>
              </a:pathLst>
            </a:custGeom>
            <a:ln w="9144">
              <a:solidFill>
                <a:srgbClr val="6B4F54"/>
              </a:solidFill>
            </a:ln>
          </p:spPr>
          <p:txBody>
            <a:bodyPr wrap="square" lIns="0" tIns="0" rIns="0" bIns="0" rtlCol="0"/>
            <a:lstStyle/>
            <a:p/>
          </p:txBody>
        </p:sp>
        <p:sp>
          <p:nvSpPr>
            <p:cNvPr id="10" name="object 10" descr=""/>
            <p:cNvSpPr/>
            <p:nvPr/>
          </p:nvSpPr>
          <p:spPr>
            <a:xfrm>
              <a:off x="384048" y="4488179"/>
              <a:ext cx="11256645" cy="0"/>
            </a:xfrm>
            <a:custGeom>
              <a:avLst/>
              <a:gdLst/>
              <a:ahLst/>
              <a:cxnLst/>
              <a:rect l="l" t="t" r="r" b="b"/>
              <a:pathLst>
                <a:path w="11256645" h="0">
                  <a:moveTo>
                    <a:pt x="0" y="0"/>
                  </a:moveTo>
                  <a:lnTo>
                    <a:pt x="11256264" y="0"/>
                  </a:lnTo>
                </a:path>
              </a:pathLst>
            </a:custGeom>
            <a:ln w="9144">
              <a:solidFill>
                <a:srgbClr val="6B4F54"/>
              </a:solidFill>
            </a:ln>
          </p:spPr>
          <p:txBody>
            <a:bodyPr wrap="square" lIns="0" tIns="0" rIns="0" bIns="0" rtlCol="0"/>
            <a:lstStyle/>
            <a:p/>
          </p:txBody>
        </p:sp>
        <p:pic>
          <p:nvPicPr>
            <p:cNvPr id="11" name="object 11" descr=""/>
            <p:cNvPicPr/>
            <p:nvPr/>
          </p:nvPicPr>
          <p:blipFill>
            <a:blip r:embed="rId5" cstate="print"/>
            <a:stretch>
              <a:fillRect/>
            </a:stretch>
          </p:blipFill>
          <p:spPr>
            <a:xfrm>
              <a:off x="355600" y="2336800"/>
              <a:ext cx="30479" cy="3332479"/>
            </a:xfrm>
            <a:prstGeom prst="rect">
              <a:avLst/>
            </a:prstGeom>
          </p:spPr>
        </p:pic>
        <p:pic>
          <p:nvPicPr>
            <p:cNvPr id="12" name="object 12" descr=""/>
            <p:cNvPicPr/>
            <p:nvPr/>
          </p:nvPicPr>
          <p:blipFill>
            <a:blip r:embed="rId6" cstate="print"/>
            <a:stretch>
              <a:fillRect/>
            </a:stretch>
          </p:blipFill>
          <p:spPr>
            <a:xfrm>
              <a:off x="355600" y="2336800"/>
              <a:ext cx="30479" cy="3332479"/>
            </a:xfrm>
            <a:prstGeom prst="rect">
              <a:avLst/>
            </a:prstGeom>
          </p:spPr>
        </p:pic>
      </p:grpSp>
      <p:sp>
        <p:nvSpPr>
          <p:cNvPr id="13" name="object 13" descr=""/>
          <p:cNvSpPr/>
          <p:nvPr/>
        </p:nvSpPr>
        <p:spPr>
          <a:xfrm>
            <a:off x="1899920" y="518159"/>
            <a:ext cx="8412480" cy="457200"/>
          </a:xfrm>
          <a:custGeom>
            <a:avLst/>
            <a:gdLst/>
            <a:ahLst/>
            <a:cxnLst/>
            <a:rect l="l" t="t" r="r" b="b"/>
            <a:pathLst>
              <a:path w="8412480" h="457200">
                <a:moveTo>
                  <a:pt x="8412480" y="457200"/>
                </a:moveTo>
                <a:lnTo>
                  <a:pt x="0" y="457200"/>
                </a:lnTo>
                <a:lnTo>
                  <a:pt x="0" y="0"/>
                </a:lnTo>
                <a:lnTo>
                  <a:pt x="8412480" y="0"/>
                </a:lnTo>
                <a:lnTo>
                  <a:pt x="8412480" y="457200"/>
                </a:lnTo>
                <a:close/>
              </a:path>
            </a:pathLst>
          </a:custGeom>
          <a:solidFill>
            <a:srgbClr val="6E424B"/>
          </a:solidFill>
        </p:spPr>
        <p:txBody>
          <a:bodyPr wrap="square" lIns="0" tIns="0" rIns="0" bIns="0" rtlCol="0"/>
          <a:lstStyle/>
          <a:p/>
        </p:txBody>
      </p:sp>
      <p:sp>
        <p:nvSpPr>
          <p:cNvPr id="14" name="object 14"/>
          <p:cNvSpPr txBox="1">
            <a:spLocks noGrp="1"/>
          </p:cNvSpPr>
          <p:nvPr>
            <p:ph type="title"/>
          </p:nvPr>
        </p:nvSpPr>
        <p:spPr>
          <a:xfrm>
            <a:off x="1892788" y="300990"/>
            <a:ext cx="8385175" cy="795020"/>
          </a:xfrm>
          <a:prstGeom prst="rect"/>
        </p:spPr>
        <p:txBody>
          <a:bodyPr wrap="square" lIns="0" tIns="12700" rIns="0" bIns="0" rtlCol="0" vert="horz">
            <a:spAutoFit/>
          </a:bodyPr>
          <a:lstStyle/>
          <a:p>
            <a:pPr marL="12700">
              <a:lnSpc>
                <a:spcPct val="100000"/>
              </a:lnSpc>
              <a:spcBef>
                <a:spcPts val="100"/>
              </a:spcBef>
            </a:pPr>
            <a:r>
              <a:rPr dirty="0" sz="5050" spc="-470"/>
              <a:t>THAT</a:t>
            </a:r>
            <a:r>
              <a:rPr dirty="0" sz="5050" spc="-254"/>
              <a:t> </a:t>
            </a:r>
            <a:r>
              <a:rPr dirty="0" sz="5050" spc="-910"/>
              <a:t>S</a:t>
            </a:r>
            <a:r>
              <a:rPr dirty="0" sz="5050" spc="-165"/>
              <a:t> </a:t>
            </a:r>
            <a:r>
              <a:rPr dirty="0" sz="5050" spc="-475"/>
              <a:t>WHY</a:t>
            </a:r>
            <a:r>
              <a:rPr dirty="0" sz="5050" spc="80"/>
              <a:t> </a:t>
            </a:r>
            <a:r>
              <a:rPr dirty="0" sz="5050" spc="-655"/>
              <a:t>WE</a:t>
            </a:r>
            <a:r>
              <a:rPr dirty="0" sz="5050" spc="-55"/>
              <a:t> </a:t>
            </a:r>
            <a:r>
              <a:rPr dirty="0" sz="5050" spc="-434"/>
              <a:t>BUILT</a:t>
            </a:r>
            <a:r>
              <a:rPr dirty="0" sz="5050" spc="-65"/>
              <a:t> </a:t>
            </a:r>
            <a:r>
              <a:rPr dirty="0" sz="5050" spc="-370"/>
              <a:t>ZUORA</a:t>
            </a:r>
            <a:endParaRPr sz="5050"/>
          </a:p>
        </p:txBody>
      </p:sp>
      <p:grpSp>
        <p:nvGrpSpPr>
          <p:cNvPr id="15" name="object 15" descr=""/>
          <p:cNvGrpSpPr/>
          <p:nvPr/>
        </p:nvGrpSpPr>
        <p:grpSpPr>
          <a:xfrm>
            <a:off x="11663680" y="2336800"/>
            <a:ext cx="30480" cy="3332479"/>
            <a:chOff x="11663680" y="2336800"/>
            <a:chExt cx="30480" cy="3332479"/>
          </a:xfrm>
        </p:grpSpPr>
        <p:pic>
          <p:nvPicPr>
            <p:cNvPr id="16" name="object 16" descr=""/>
            <p:cNvPicPr/>
            <p:nvPr/>
          </p:nvPicPr>
          <p:blipFill>
            <a:blip r:embed="rId5" cstate="print"/>
            <a:stretch>
              <a:fillRect/>
            </a:stretch>
          </p:blipFill>
          <p:spPr>
            <a:xfrm>
              <a:off x="11663680" y="2336800"/>
              <a:ext cx="30479" cy="3332479"/>
            </a:xfrm>
            <a:prstGeom prst="rect">
              <a:avLst/>
            </a:prstGeom>
          </p:spPr>
        </p:pic>
        <p:pic>
          <p:nvPicPr>
            <p:cNvPr id="17" name="object 17" descr=""/>
            <p:cNvPicPr/>
            <p:nvPr/>
          </p:nvPicPr>
          <p:blipFill>
            <a:blip r:embed="rId6" cstate="print"/>
            <a:stretch>
              <a:fillRect/>
            </a:stretch>
          </p:blipFill>
          <p:spPr>
            <a:xfrm>
              <a:off x="11663680" y="2336800"/>
              <a:ext cx="30479" cy="3332479"/>
            </a:xfrm>
            <a:prstGeom prst="rect">
              <a:avLst/>
            </a:prstGeom>
          </p:spPr>
        </p:pic>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0" y="0"/>
            <a:ext cx="12192000" cy="6857999"/>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0" y="0"/>
            <a:ext cx="12192000" cy="6857999"/>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0" y="0"/>
            <a:ext cx="12192000" cy="6857999"/>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10160" y="6156960"/>
            <a:ext cx="12181840" cy="355600"/>
          </a:xfrm>
          <a:prstGeom prst="rect">
            <a:avLst/>
          </a:prstGeom>
        </p:spPr>
      </p:pic>
      <p:pic>
        <p:nvPicPr>
          <p:cNvPr id="3" name="object 3" descr=""/>
          <p:cNvPicPr/>
          <p:nvPr/>
        </p:nvPicPr>
        <p:blipFill>
          <a:blip r:embed="rId3" cstate="print"/>
          <a:stretch>
            <a:fillRect/>
          </a:stretch>
        </p:blipFill>
        <p:spPr>
          <a:xfrm>
            <a:off x="10160" y="4053840"/>
            <a:ext cx="12181840" cy="558800"/>
          </a:xfrm>
          <a:prstGeom prst="rect">
            <a:avLst/>
          </a:prstGeom>
        </p:spPr>
      </p:pic>
      <p:pic>
        <p:nvPicPr>
          <p:cNvPr id="4" name="object 4" descr=""/>
          <p:cNvPicPr/>
          <p:nvPr/>
        </p:nvPicPr>
        <p:blipFill>
          <a:blip r:embed="rId4" cstate="print"/>
          <a:stretch>
            <a:fillRect/>
          </a:stretch>
        </p:blipFill>
        <p:spPr>
          <a:xfrm>
            <a:off x="10160" y="2895600"/>
            <a:ext cx="12181840" cy="558800"/>
          </a:xfrm>
          <a:prstGeom prst="rect">
            <a:avLst/>
          </a:prstGeom>
        </p:spPr>
      </p:pic>
      <p:sp>
        <p:nvSpPr>
          <p:cNvPr id="5" name="object 5" descr=""/>
          <p:cNvSpPr/>
          <p:nvPr/>
        </p:nvSpPr>
        <p:spPr>
          <a:xfrm>
            <a:off x="10433304" y="2327148"/>
            <a:ext cx="1758950" cy="0"/>
          </a:xfrm>
          <a:custGeom>
            <a:avLst/>
            <a:gdLst/>
            <a:ahLst/>
            <a:cxnLst/>
            <a:rect l="l" t="t" r="r" b="b"/>
            <a:pathLst>
              <a:path w="1758950" h="0">
                <a:moveTo>
                  <a:pt x="0" y="0"/>
                </a:moveTo>
                <a:lnTo>
                  <a:pt x="1758695" y="0"/>
                </a:lnTo>
              </a:path>
            </a:pathLst>
          </a:custGeom>
          <a:ln w="21336">
            <a:solidFill>
              <a:srgbClr val="444F54"/>
            </a:solidFill>
          </a:ln>
        </p:spPr>
        <p:txBody>
          <a:bodyPr wrap="square" lIns="0" tIns="0" rIns="0" bIns="0" rtlCol="0"/>
          <a:lstStyle/>
          <a:p/>
        </p:txBody>
      </p:sp>
      <p:sp>
        <p:nvSpPr>
          <p:cNvPr id="6" name="object 6" descr=""/>
          <p:cNvSpPr/>
          <p:nvPr/>
        </p:nvSpPr>
        <p:spPr>
          <a:xfrm>
            <a:off x="4398264" y="655319"/>
            <a:ext cx="7790815" cy="0"/>
          </a:xfrm>
          <a:custGeom>
            <a:avLst/>
            <a:gdLst/>
            <a:ahLst/>
            <a:cxnLst/>
            <a:rect l="l" t="t" r="r" b="b"/>
            <a:pathLst>
              <a:path w="7790815" h="0">
                <a:moveTo>
                  <a:pt x="0" y="0"/>
                </a:moveTo>
                <a:lnTo>
                  <a:pt x="7790688" y="0"/>
                </a:lnTo>
              </a:path>
            </a:pathLst>
          </a:custGeom>
          <a:ln w="30480">
            <a:solidFill>
              <a:srgbClr val="7E7E7E"/>
            </a:solidFill>
          </a:ln>
        </p:spPr>
        <p:txBody>
          <a:bodyPr wrap="square" lIns="0" tIns="0" rIns="0" bIns="0" rtlCol="0"/>
          <a:lstStyle/>
          <a:p/>
        </p:txBody>
      </p:sp>
      <p:grpSp>
        <p:nvGrpSpPr>
          <p:cNvPr id="7" name="object 7" descr=""/>
          <p:cNvGrpSpPr/>
          <p:nvPr/>
        </p:nvGrpSpPr>
        <p:grpSpPr>
          <a:xfrm>
            <a:off x="10160" y="0"/>
            <a:ext cx="12181840" cy="589280"/>
            <a:chOff x="10160" y="0"/>
            <a:chExt cx="12181840" cy="589280"/>
          </a:xfrm>
        </p:grpSpPr>
        <p:pic>
          <p:nvPicPr>
            <p:cNvPr id="8" name="object 8" descr=""/>
            <p:cNvPicPr/>
            <p:nvPr/>
          </p:nvPicPr>
          <p:blipFill>
            <a:blip r:embed="rId5" cstate="print"/>
            <a:stretch>
              <a:fillRect/>
            </a:stretch>
          </p:blipFill>
          <p:spPr>
            <a:xfrm>
              <a:off x="10160" y="0"/>
              <a:ext cx="12181840" cy="365759"/>
            </a:xfrm>
            <a:prstGeom prst="rect">
              <a:avLst/>
            </a:prstGeom>
          </p:spPr>
        </p:pic>
        <p:pic>
          <p:nvPicPr>
            <p:cNvPr id="9" name="object 9" descr=""/>
            <p:cNvPicPr/>
            <p:nvPr/>
          </p:nvPicPr>
          <p:blipFill>
            <a:blip r:embed="rId6" cstate="print"/>
            <a:stretch>
              <a:fillRect/>
            </a:stretch>
          </p:blipFill>
          <p:spPr>
            <a:xfrm>
              <a:off x="10160" y="0"/>
              <a:ext cx="12181840" cy="528320"/>
            </a:xfrm>
            <a:prstGeom prst="rect">
              <a:avLst/>
            </a:prstGeom>
          </p:spPr>
        </p:pic>
        <p:pic>
          <p:nvPicPr>
            <p:cNvPr id="10" name="object 10" descr=""/>
            <p:cNvPicPr/>
            <p:nvPr/>
          </p:nvPicPr>
          <p:blipFill>
            <a:blip r:embed="rId7" cstate="print"/>
            <a:stretch>
              <a:fillRect/>
            </a:stretch>
          </p:blipFill>
          <p:spPr>
            <a:xfrm>
              <a:off x="10160" y="375920"/>
              <a:ext cx="12181840" cy="213359"/>
            </a:xfrm>
            <a:prstGeom prst="rect">
              <a:avLst/>
            </a:prstGeom>
          </p:spPr>
        </p:pic>
        <p:pic>
          <p:nvPicPr>
            <p:cNvPr id="11" name="object 11" descr=""/>
            <p:cNvPicPr/>
            <p:nvPr/>
          </p:nvPicPr>
          <p:blipFill>
            <a:blip r:embed="rId8" cstate="print"/>
            <a:stretch>
              <a:fillRect/>
            </a:stretch>
          </p:blipFill>
          <p:spPr>
            <a:xfrm>
              <a:off x="10160" y="538480"/>
              <a:ext cx="12181840" cy="50800"/>
            </a:xfrm>
            <a:prstGeom prst="rect">
              <a:avLst/>
            </a:prstGeom>
          </p:spPr>
        </p:pic>
      </p:grpSp>
      <p:grpSp>
        <p:nvGrpSpPr>
          <p:cNvPr id="12" name="object 12" descr=""/>
          <p:cNvGrpSpPr/>
          <p:nvPr/>
        </p:nvGrpSpPr>
        <p:grpSpPr>
          <a:xfrm>
            <a:off x="10160" y="640080"/>
            <a:ext cx="4368800" cy="30480"/>
            <a:chOff x="10160" y="640080"/>
            <a:chExt cx="4368800" cy="30480"/>
          </a:xfrm>
        </p:grpSpPr>
        <p:pic>
          <p:nvPicPr>
            <p:cNvPr id="13" name="object 13" descr=""/>
            <p:cNvPicPr/>
            <p:nvPr/>
          </p:nvPicPr>
          <p:blipFill>
            <a:blip r:embed="rId9" cstate="print"/>
            <a:stretch>
              <a:fillRect/>
            </a:stretch>
          </p:blipFill>
          <p:spPr>
            <a:xfrm>
              <a:off x="10160" y="640080"/>
              <a:ext cx="4368800" cy="30479"/>
            </a:xfrm>
            <a:prstGeom prst="rect">
              <a:avLst/>
            </a:prstGeom>
          </p:spPr>
        </p:pic>
        <p:pic>
          <p:nvPicPr>
            <p:cNvPr id="14" name="object 14" descr=""/>
            <p:cNvPicPr/>
            <p:nvPr/>
          </p:nvPicPr>
          <p:blipFill>
            <a:blip r:embed="rId10" cstate="print"/>
            <a:stretch>
              <a:fillRect/>
            </a:stretch>
          </p:blipFill>
          <p:spPr>
            <a:xfrm>
              <a:off x="10160" y="640080"/>
              <a:ext cx="4368800" cy="30479"/>
            </a:xfrm>
            <a:prstGeom prst="rect">
              <a:avLst/>
            </a:prstGeom>
          </p:spPr>
        </p:pic>
      </p:grpSp>
      <p:grpSp>
        <p:nvGrpSpPr>
          <p:cNvPr id="15" name="object 15" descr=""/>
          <p:cNvGrpSpPr/>
          <p:nvPr/>
        </p:nvGrpSpPr>
        <p:grpSpPr>
          <a:xfrm>
            <a:off x="10160" y="772159"/>
            <a:ext cx="12181840" cy="162560"/>
            <a:chOff x="10160" y="772159"/>
            <a:chExt cx="12181840" cy="162560"/>
          </a:xfrm>
        </p:grpSpPr>
        <p:pic>
          <p:nvPicPr>
            <p:cNvPr id="16" name="object 16" descr=""/>
            <p:cNvPicPr/>
            <p:nvPr/>
          </p:nvPicPr>
          <p:blipFill>
            <a:blip r:embed="rId11" cstate="print"/>
            <a:stretch>
              <a:fillRect/>
            </a:stretch>
          </p:blipFill>
          <p:spPr>
            <a:xfrm>
              <a:off x="10160" y="772159"/>
              <a:ext cx="12181840" cy="40639"/>
            </a:xfrm>
            <a:prstGeom prst="rect">
              <a:avLst/>
            </a:prstGeom>
          </p:spPr>
        </p:pic>
        <p:pic>
          <p:nvPicPr>
            <p:cNvPr id="17" name="object 17" descr=""/>
            <p:cNvPicPr/>
            <p:nvPr/>
          </p:nvPicPr>
          <p:blipFill>
            <a:blip r:embed="rId12" cstate="print"/>
            <a:stretch>
              <a:fillRect/>
            </a:stretch>
          </p:blipFill>
          <p:spPr>
            <a:xfrm>
              <a:off x="10160" y="772159"/>
              <a:ext cx="12181840" cy="40639"/>
            </a:xfrm>
            <a:prstGeom prst="rect">
              <a:avLst/>
            </a:prstGeom>
          </p:spPr>
        </p:pic>
        <p:pic>
          <p:nvPicPr>
            <p:cNvPr id="18" name="object 18" descr=""/>
            <p:cNvPicPr/>
            <p:nvPr/>
          </p:nvPicPr>
          <p:blipFill>
            <a:blip r:embed="rId13" cstate="print"/>
            <a:stretch>
              <a:fillRect/>
            </a:stretch>
          </p:blipFill>
          <p:spPr>
            <a:xfrm>
              <a:off x="10160" y="843279"/>
              <a:ext cx="12181840" cy="91439"/>
            </a:xfrm>
            <a:prstGeom prst="rect">
              <a:avLst/>
            </a:prstGeom>
          </p:spPr>
        </p:pic>
        <p:pic>
          <p:nvPicPr>
            <p:cNvPr id="19" name="object 19" descr=""/>
            <p:cNvPicPr/>
            <p:nvPr/>
          </p:nvPicPr>
          <p:blipFill>
            <a:blip r:embed="rId14" cstate="print"/>
            <a:stretch>
              <a:fillRect/>
            </a:stretch>
          </p:blipFill>
          <p:spPr>
            <a:xfrm>
              <a:off x="10160" y="843279"/>
              <a:ext cx="12181840" cy="91439"/>
            </a:xfrm>
            <a:prstGeom prst="rect">
              <a:avLst/>
            </a:prstGeom>
          </p:spPr>
        </p:pic>
      </p:grpSp>
      <p:grpSp>
        <p:nvGrpSpPr>
          <p:cNvPr id="20" name="object 20" descr=""/>
          <p:cNvGrpSpPr/>
          <p:nvPr/>
        </p:nvGrpSpPr>
        <p:grpSpPr>
          <a:xfrm>
            <a:off x="10160" y="1036319"/>
            <a:ext cx="12181840" cy="30480"/>
            <a:chOff x="10160" y="1036319"/>
            <a:chExt cx="12181840" cy="30480"/>
          </a:xfrm>
        </p:grpSpPr>
        <p:pic>
          <p:nvPicPr>
            <p:cNvPr id="21" name="object 21" descr=""/>
            <p:cNvPicPr/>
            <p:nvPr/>
          </p:nvPicPr>
          <p:blipFill>
            <a:blip r:embed="rId15" cstate="print"/>
            <a:stretch>
              <a:fillRect/>
            </a:stretch>
          </p:blipFill>
          <p:spPr>
            <a:xfrm>
              <a:off x="10160" y="1036319"/>
              <a:ext cx="12181840" cy="30479"/>
            </a:xfrm>
            <a:prstGeom prst="rect">
              <a:avLst/>
            </a:prstGeom>
          </p:spPr>
        </p:pic>
        <p:pic>
          <p:nvPicPr>
            <p:cNvPr id="22" name="object 22" descr=""/>
            <p:cNvPicPr/>
            <p:nvPr/>
          </p:nvPicPr>
          <p:blipFill>
            <a:blip r:embed="rId16" cstate="print"/>
            <a:stretch>
              <a:fillRect/>
            </a:stretch>
          </p:blipFill>
          <p:spPr>
            <a:xfrm>
              <a:off x="10160" y="1036319"/>
              <a:ext cx="12181840" cy="30479"/>
            </a:xfrm>
            <a:prstGeom prst="rect">
              <a:avLst/>
            </a:prstGeom>
          </p:spPr>
        </p:pic>
      </p:grpSp>
      <p:grpSp>
        <p:nvGrpSpPr>
          <p:cNvPr id="23" name="object 23" descr=""/>
          <p:cNvGrpSpPr/>
          <p:nvPr/>
        </p:nvGrpSpPr>
        <p:grpSpPr>
          <a:xfrm>
            <a:off x="10160" y="1239519"/>
            <a:ext cx="12181840" cy="30480"/>
            <a:chOff x="10160" y="1239519"/>
            <a:chExt cx="12181840" cy="30480"/>
          </a:xfrm>
        </p:grpSpPr>
        <p:pic>
          <p:nvPicPr>
            <p:cNvPr id="24" name="object 24" descr=""/>
            <p:cNvPicPr/>
            <p:nvPr/>
          </p:nvPicPr>
          <p:blipFill>
            <a:blip r:embed="rId17" cstate="print"/>
            <a:stretch>
              <a:fillRect/>
            </a:stretch>
          </p:blipFill>
          <p:spPr>
            <a:xfrm>
              <a:off x="10160" y="1239519"/>
              <a:ext cx="12181840" cy="30479"/>
            </a:xfrm>
            <a:prstGeom prst="rect">
              <a:avLst/>
            </a:prstGeom>
          </p:spPr>
        </p:pic>
        <p:pic>
          <p:nvPicPr>
            <p:cNvPr id="25" name="object 25" descr=""/>
            <p:cNvPicPr/>
            <p:nvPr/>
          </p:nvPicPr>
          <p:blipFill>
            <a:blip r:embed="rId18" cstate="print"/>
            <a:stretch>
              <a:fillRect/>
            </a:stretch>
          </p:blipFill>
          <p:spPr>
            <a:xfrm>
              <a:off x="10160" y="1239519"/>
              <a:ext cx="12181840" cy="30479"/>
            </a:xfrm>
            <a:prstGeom prst="rect">
              <a:avLst/>
            </a:prstGeom>
          </p:spPr>
        </p:pic>
      </p:grpSp>
      <p:pic>
        <p:nvPicPr>
          <p:cNvPr id="26" name="object 26" descr=""/>
          <p:cNvPicPr/>
          <p:nvPr/>
        </p:nvPicPr>
        <p:blipFill>
          <a:blip r:embed="rId19" cstate="print"/>
          <a:stretch>
            <a:fillRect/>
          </a:stretch>
        </p:blipFill>
        <p:spPr>
          <a:xfrm>
            <a:off x="7203440" y="2032000"/>
            <a:ext cx="1666240" cy="203200"/>
          </a:xfrm>
          <a:prstGeom prst="rect">
            <a:avLst/>
          </a:prstGeom>
        </p:spPr>
      </p:pic>
      <p:grpSp>
        <p:nvGrpSpPr>
          <p:cNvPr id="27" name="object 27" descr=""/>
          <p:cNvGrpSpPr/>
          <p:nvPr/>
        </p:nvGrpSpPr>
        <p:grpSpPr>
          <a:xfrm>
            <a:off x="10160" y="1625600"/>
            <a:ext cx="12181840" cy="629920"/>
            <a:chOff x="10160" y="1625600"/>
            <a:chExt cx="12181840" cy="629920"/>
          </a:xfrm>
        </p:grpSpPr>
        <p:pic>
          <p:nvPicPr>
            <p:cNvPr id="28" name="object 28" descr=""/>
            <p:cNvPicPr/>
            <p:nvPr/>
          </p:nvPicPr>
          <p:blipFill>
            <a:blip r:embed="rId20" cstate="print"/>
            <a:stretch>
              <a:fillRect/>
            </a:stretch>
          </p:blipFill>
          <p:spPr>
            <a:xfrm>
              <a:off x="4439919" y="1625600"/>
              <a:ext cx="1666239" cy="568959"/>
            </a:xfrm>
            <a:prstGeom prst="rect">
              <a:avLst/>
            </a:prstGeom>
          </p:spPr>
        </p:pic>
        <p:pic>
          <p:nvPicPr>
            <p:cNvPr id="29" name="object 29" descr=""/>
            <p:cNvPicPr/>
            <p:nvPr/>
          </p:nvPicPr>
          <p:blipFill>
            <a:blip r:embed="rId21" cstate="print"/>
            <a:stretch>
              <a:fillRect/>
            </a:stretch>
          </p:blipFill>
          <p:spPr>
            <a:xfrm>
              <a:off x="10160" y="1625600"/>
              <a:ext cx="12181840" cy="629919"/>
            </a:xfrm>
            <a:prstGeom prst="rect">
              <a:avLst/>
            </a:prstGeom>
          </p:spPr>
        </p:pic>
      </p:grpSp>
      <p:grpSp>
        <p:nvGrpSpPr>
          <p:cNvPr id="30" name="object 30" descr=""/>
          <p:cNvGrpSpPr/>
          <p:nvPr/>
        </p:nvGrpSpPr>
        <p:grpSpPr>
          <a:xfrm>
            <a:off x="10160" y="2316479"/>
            <a:ext cx="10281920" cy="30480"/>
            <a:chOff x="10160" y="2316479"/>
            <a:chExt cx="10281920" cy="30480"/>
          </a:xfrm>
        </p:grpSpPr>
        <p:pic>
          <p:nvPicPr>
            <p:cNvPr id="31" name="object 31" descr=""/>
            <p:cNvPicPr/>
            <p:nvPr/>
          </p:nvPicPr>
          <p:blipFill>
            <a:blip r:embed="rId22" cstate="print"/>
            <a:stretch>
              <a:fillRect/>
            </a:stretch>
          </p:blipFill>
          <p:spPr>
            <a:xfrm>
              <a:off x="10160" y="2316479"/>
              <a:ext cx="10281920" cy="30479"/>
            </a:xfrm>
            <a:prstGeom prst="rect">
              <a:avLst/>
            </a:prstGeom>
          </p:spPr>
        </p:pic>
        <p:pic>
          <p:nvPicPr>
            <p:cNvPr id="32" name="object 32" descr=""/>
            <p:cNvPicPr/>
            <p:nvPr/>
          </p:nvPicPr>
          <p:blipFill>
            <a:blip r:embed="rId23" cstate="print"/>
            <a:stretch>
              <a:fillRect/>
            </a:stretch>
          </p:blipFill>
          <p:spPr>
            <a:xfrm>
              <a:off x="10160" y="2316479"/>
              <a:ext cx="10281920" cy="30479"/>
            </a:xfrm>
            <a:prstGeom prst="rect">
              <a:avLst/>
            </a:prstGeom>
          </p:spPr>
        </p:pic>
      </p:grpSp>
      <p:sp>
        <p:nvSpPr>
          <p:cNvPr id="33" name="object 33" descr=""/>
          <p:cNvSpPr/>
          <p:nvPr/>
        </p:nvSpPr>
        <p:spPr>
          <a:xfrm>
            <a:off x="4541520" y="2895600"/>
            <a:ext cx="2479040" cy="548640"/>
          </a:xfrm>
          <a:custGeom>
            <a:avLst/>
            <a:gdLst/>
            <a:ahLst/>
            <a:cxnLst/>
            <a:rect l="l" t="t" r="r" b="b"/>
            <a:pathLst>
              <a:path w="2479040" h="548639">
                <a:moveTo>
                  <a:pt x="2479040" y="548640"/>
                </a:moveTo>
                <a:lnTo>
                  <a:pt x="0" y="548640"/>
                </a:lnTo>
                <a:lnTo>
                  <a:pt x="0" y="0"/>
                </a:lnTo>
                <a:lnTo>
                  <a:pt x="2479040" y="0"/>
                </a:lnTo>
                <a:lnTo>
                  <a:pt x="2479040" y="548640"/>
                </a:lnTo>
                <a:close/>
              </a:path>
            </a:pathLst>
          </a:custGeom>
          <a:solidFill>
            <a:srgbClr val="6B6B6B"/>
          </a:solidFill>
        </p:spPr>
        <p:txBody>
          <a:bodyPr wrap="square" lIns="0" tIns="0" rIns="0" bIns="0" rtlCol="0"/>
          <a:lstStyle/>
          <a:p/>
        </p:txBody>
      </p:sp>
      <p:sp>
        <p:nvSpPr>
          <p:cNvPr id="34" name="object 34" descr=""/>
          <p:cNvSpPr/>
          <p:nvPr/>
        </p:nvSpPr>
        <p:spPr>
          <a:xfrm>
            <a:off x="7101840" y="2905760"/>
            <a:ext cx="508000" cy="528320"/>
          </a:xfrm>
          <a:custGeom>
            <a:avLst/>
            <a:gdLst/>
            <a:ahLst/>
            <a:cxnLst/>
            <a:rect l="l" t="t" r="r" b="b"/>
            <a:pathLst>
              <a:path w="508000" h="528320">
                <a:moveTo>
                  <a:pt x="508000" y="528320"/>
                </a:moveTo>
                <a:lnTo>
                  <a:pt x="0" y="528320"/>
                </a:lnTo>
                <a:lnTo>
                  <a:pt x="0" y="0"/>
                </a:lnTo>
                <a:lnTo>
                  <a:pt x="508000" y="0"/>
                </a:lnTo>
                <a:lnTo>
                  <a:pt x="508000" y="528320"/>
                </a:lnTo>
                <a:close/>
              </a:path>
            </a:pathLst>
          </a:custGeom>
          <a:solidFill>
            <a:srgbClr val="747474"/>
          </a:solidFill>
        </p:spPr>
        <p:txBody>
          <a:bodyPr wrap="square" lIns="0" tIns="0" rIns="0" bIns="0" rtlCol="0"/>
          <a:lstStyle/>
          <a:p/>
        </p:txBody>
      </p:sp>
      <p:sp>
        <p:nvSpPr>
          <p:cNvPr id="35" name="object 35"/>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spc="-780"/>
              <a:t>THE</a:t>
            </a:r>
            <a:r>
              <a:rPr dirty="0" spc="-180"/>
              <a:t> </a:t>
            </a:r>
            <a:r>
              <a:rPr dirty="0" spc="-565"/>
              <a:t>EN</a:t>
            </a:r>
            <a:r>
              <a:rPr dirty="0" sz="6650" spc="-565"/>
              <a:t>D</a:t>
            </a:r>
            <a:endParaRPr sz="665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0</TotalTime>
  <Application>Microsoft Office PowerPoint</Application>
  <PresentationFormat>On-screen Show (4:3)</PresentationFormat>
  <ScaleCrop>false</ScaleCrop>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2025-06-11T10:21:30Z</dcterms:created>
  <dcterms:modified xsi:type="dcterms:W3CDTF">2025-06-11T10:21:30Z</dcterms:modified>
</cp:coreProperties>
</file>